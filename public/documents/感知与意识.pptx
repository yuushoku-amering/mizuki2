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8"/>
  </p:notesMasterIdLst>
  <p:sldIdLst>
    <p:sldId id="256" r:id="rId2"/>
    <p:sldId id="258" r:id="rId3"/>
    <p:sldId id="257" r:id="rId4"/>
    <p:sldId id="259" r:id="rId5"/>
    <p:sldId id="264" r:id="rId6"/>
    <p:sldId id="261" r:id="rId7"/>
    <p:sldId id="260" r:id="rId8"/>
    <p:sldId id="279" r:id="rId9"/>
    <p:sldId id="286" r:id="rId10"/>
    <p:sldId id="266" r:id="rId11"/>
    <p:sldId id="268" r:id="rId12"/>
    <p:sldId id="265" r:id="rId13"/>
    <p:sldId id="290" r:id="rId14"/>
    <p:sldId id="291" r:id="rId15"/>
    <p:sldId id="296" r:id="rId16"/>
    <p:sldId id="293" r:id="rId17"/>
    <p:sldId id="292" r:id="rId18"/>
    <p:sldId id="294" r:id="rId19"/>
    <p:sldId id="295" r:id="rId20"/>
    <p:sldId id="297" r:id="rId21"/>
    <p:sldId id="287" r:id="rId22"/>
    <p:sldId id="262" r:id="rId23"/>
    <p:sldId id="263" r:id="rId24"/>
    <p:sldId id="281" r:id="rId25"/>
    <p:sldId id="288" r:id="rId26"/>
    <p:sldId id="269" r:id="rId27"/>
    <p:sldId id="270" r:id="rId28"/>
    <p:sldId id="267" r:id="rId29"/>
    <p:sldId id="282" r:id="rId30"/>
    <p:sldId id="289" r:id="rId31"/>
    <p:sldId id="274" r:id="rId32"/>
    <p:sldId id="273" r:id="rId33"/>
    <p:sldId id="283" r:id="rId34"/>
    <p:sldId id="272" r:id="rId35"/>
    <p:sldId id="284" r:id="rId36"/>
    <p:sldId id="285" r:id="rId37"/>
  </p:sldIdLst>
  <p:sldSz cx="9144000" cy="5143500" type="screen16x9"/>
  <p:notesSz cx="6858000" cy="9144000"/>
  <p:embeddedFontLst>
    <p:embeddedFont>
      <p:font typeface="方正特雅宋简" panose="02010600030101010101" charset="-122"/>
      <p:regular r:id="rId39"/>
    </p:embeddedFont>
    <p:embeddedFont>
      <p:font typeface="方正正中黑_GBK" panose="02010600030101010101" charset="-122"/>
      <p:regular r:id="rId40"/>
    </p:embeddedFont>
    <p:embeddedFont>
      <p:font typeface="华文琥珀" panose="02010800040101010101" pitchFamily="2" charset="-122"/>
      <p:regular r:id="rId41"/>
    </p:embeddedFont>
    <p:embeddedFont>
      <p:font typeface="微软雅黑" panose="020B0503020204020204" pitchFamily="34" charset="-122"/>
      <p:regular r:id="rId42"/>
      <p:bold r:id="rId43"/>
    </p:embeddedFont>
  </p:embeddedFontLst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50D"/>
    <a:srgbClr val="1B4367"/>
    <a:srgbClr val="2E75B6"/>
    <a:srgbClr val="5185A9"/>
    <a:srgbClr val="88ADC6"/>
    <a:srgbClr val="AFCEEB"/>
    <a:srgbClr val="6BA6CB"/>
    <a:srgbClr val="3E923B"/>
    <a:srgbClr val="EC7320"/>
    <a:srgbClr val="9A6D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62" autoAdjust="0"/>
    <p:restoredTop sz="94438" autoAdjust="0"/>
  </p:normalViewPr>
  <p:slideViewPr>
    <p:cSldViewPr snapToGrid="0">
      <p:cViewPr varScale="1">
        <p:scale>
          <a:sx n="125" d="100"/>
          <a:sy n="125" d="100"/>
        </p:scale>
        <p:origin x="346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6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pPr/>
              <a:t>2025/3/19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亮亮图文旗舰店</a:t>
            </a:r>
          </a:p>
          <a:p>
            <a:r>
              <a:rPr lang="en-US" altLang="zh-CN" dirty="0"/>
              <a:t>https://liangliangtuwen.tmall.com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亮亮图文旗舰店</a:t>
            </a:r>
          </a:p>
          <a:p>
            <a:r>
              <a:rPr lang="en-US" altLang="zh-CN"/>
              <a:t>https://liangliangtuwen.tmall.com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905" b="6624"/>
          <a:stretch>
            <a:fillRect/>
          </a:stretch>
        </p:blipFill>
        <p:spPr>
          <a:xfrm flipH="1">
            <a:off x="0" y="0"/>
            <a:ext cx="9144000" cy="514349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7093-AEC8-4DB6-8157-BE20765A4B96}" type="datetimeFigureOut">
              <a:rPr lang="zh-CN" altLang="en-US" smtClean="0"/>
              <a:pPr/>
              <a:t>2025/3/19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FB50-5AA3-4336-A9AF-ECE0216A92C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905" b="6624"/>
          <a:stretch>
            <a:fillRect/>
          </a:stretch>
        </p:blipFill>
        <p:spPr>
          <a:xfrm flipH="1">
            <a:off x="0" y="0"/>
            <a:ext cx="9144000" cy="5143498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9144000" cy="514349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7093-AEC8-4DB6-8157-BE20765A4B96}" type="datetimeFigureOut">
              <a:rPr lang="zh-CN" altLang="en-US" smtClean="0"/>
              <a:pPr/>
              <a:t>2025/3/19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FB50-5AA3-4336-A9AF-ECE0216A92CA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9" name="矩形 3"/>
          <p:cNvSpPr/>
          <p:nvPr userDrawn="1"/>
        </p:nvSpPr>
        <p:spPr>
          <a:xfrm rot="16200000" flipH="1">
            <a:off x="-2014543" y="2014546"/>
            <a:ext cx="5143513" cy="1114424"/>
          </a:xfrm>
          <a:custGeom>
            <a:avLst/>
            <a:gdLst>
              <a:gd name="connsiteX0" fmla="*/ 0 w 5143501"/>
              <a:gd name="connsiteY0" fmla="*/ 0 h 1085852"/>
              <a:gd name="connsiteX1" fmla="*/ 5143501 w 5143501"/>
              <a:gd name="connsiteY1" fmla="*/ 0 h 1085852"/>
              <a:gd name="connsiteX2" fmla="*/ 5143501 w 5143501"/>
              <a:gd name="connsiteY2" fmla="*/ 1085852 h 1085852"/>
              <a:gd name="connsiteX3" fmla="*/ 0 w 5143501"/>
              <a:gd name="connsiteY3" fmla="*/ 1085852 h 1085852"/>
              <a:gd name="connsiteX4" fmla="*/ 0 w 5143501"/>
              <a:gd name="connsiteY4" fmla="*/ 0 h 1085852"/>
              <a:gd name="connsiteX0-1" fmla="*/ 0 w 5153029"/>
              <a:gd name="connsiteY0-2" fmla="*/ 0 h 1085852"/>
              <a:gd name="connsiteX1-3" fmla="*/ 5143501 w 5153029"/>
              <a:gd name="connsiteY1-4" fmla="*/ 0 h 1085852"/>
              <a:gd name="connsiteX2-5" fmla="*/ 5153029 w 5153029"/>
              <a:gd name="connsiteY2-6" fmla="*/ 333377 h 1085852"/>
              <a:gd name="connsiteX3-7" fmla="*/ 0 w 5153029"/>
              <a:gd name="connsiteY3-8" fmla="*/ 1085852 h 1085852"/>
              <a:gd name="connsiteX4-9" fmla="*/ 0 w 5153029"/>
              <a:gd name="connsiteY4-10" fmla="*/ 0 h 1085852"/>
              <a:gd name="connsiteX0-11" fmla="*/ 0 w 5153029"/>
              <a:gd name="connsiteY0-12" fmla="*/ 0 h 1085852"/>
              <a:gd name="connsiteX1-13" fmla="*/ 5143501 w 5153029"/>
              <a:gd name="connsiteY1-14" fmla="*/ 0 h 1085852"/>
              <a:gd name="connsiteX2-15" fmla="*/ 5153029 w 5153029"/>
              <a:gd name="connsiteY2-16" fmla="*/ 333377 h 1085852"/>
              <a:gd name="connsiteX3-17" fmla="*/ 0 w 5153029"/>
              <a:gd name="connsiteY3-18" fmla="*/ 1085852 h 1085852"/>
              <a:gd name="connsiteX4-19" fmla="*/ 0 w 5153029"/>
              <a:gd name="connsiteY4-20" fmla="*/ 0 h 1085852"/>
              <a:gd name="connsiteX0-21" fmla="*/ 0 w 5153029"/>
              <a:gd name="connsiteY0-22" fmla="*/ 0 h 1085852"/>
              <a:gd name="connsiteX1-23" fmla="*/ 5143501 w 5153029"/>
              <a:gd name="connsiteY1-24" fmla="*/ 0 h 1085852"/>
              <a:gd name="connsiteX2-25" fmla="*/ 5153029 w 5153029"/>
              <a:gd name="connsiteY2-26" fmla="*/ 333377 h 1085852"/>
              <a:gd name="connsiteX3-27" fmla="*/ 0 w 5153029"/>
              <a:gd name="connsiteY3-28" fmla="*/ 1085852 h 1085852"/>
              <a:gd name="connsiteX4-29" fmla="*/ 0 w 5153029"/>
              <a:gd name="connsiteY4-30" fmla="*/ 0 h 1085852"/>
              <a:gd name="connsiteX0-31" fmla="*/ 0 w 5153029"/>
              <a:gd name="connsiteY0-32" fmla="*/ 0 h 1085852"/>
              <a:gd name="connsiteX1-33" fmla="*/ 5143501 w 5153029"/>
              <a:gd name="connsiteY1-34" fmla="*/ 0 h 1085852"/>
              <a:gd name="connsiteX2-35" fmla="*/ 5153029 w 5153029"/>
              <a:gd name="connsiteY2-36" fmla="*/ 333377 h 1085852"/>
              <a:gd name="connsiteX3-37" fmla="*/ 0 w 5153029"/>
              <a:gd name="connsiteY3-38" fmla="*/ 1085852 h 1085852"/>
              <a:gd name="connsiteX4-39" fmla="*/ 0 w 5153029"/>
              <a:gd name="connsiteY4-40" fmla="*/ 0 h 1085852"/>
              <a:gd name="connsiteX0-41" fmla="*/ 0 w 5153029"/>
              <a:gd name="connsiteY0-42" fmla="*/ 0 h 1085852"/>
              <a:gd name="connsiteX1-43" fmla="*/ 5143501 w 5153029"/>
              <a:gd name="connsiteY1-44" fmla="*/ 0 h 1085852"/>
              <a:gd name="connsiteX2-45" fmla="*/ 5153029 w 5153029"/>
              <a:gd name="connsiteY2-46" fmla="*/ 333377 h 1085852"/>
              <a:gd name="connsiteX3-47" fmla="*/ 0 w 5153029"/>
              <a:gd name="connsiteY3-48" fmla="*/ 1085852 h 1085852"/>
              <a:gd name="connsiteX4-49" fmla="*/ 0 w 5153029"/>
              <a:gd name="connsiteY4-50" fmla="*/ 0 h 1085852"/>
              <a:gd name="connsiteX0-51" fmla="*/ 0 w 5153029"/>
              <a:gd name="connsiteY0-52" fmla="*/ 0 h 1085852"/>
              <a:gd name="connsiteX1-53" fmla="*/ 5143501 w 5153029"/>
              <a:gd name="connsiteY1-54" fmla="*/ 0 h 1085852"/>
              <a:gd name="connsiteX2-55" fmla="*/ 5153029 w 5153029"/>
              <a:gd name="connsiteY2-56" fmla="*/ 333377 h 1085852"/>
              <a:gd name="connsiteX3-57" fmla="*/ 0 w 5153029"/>
              <a:gd name="connsiteY3-58" fmla="*/ 1085852 h 1085852"/>
              <a:gd name="connsiteX4-59" fmla="*/ 0 w 5153029"/>
              <a:gd name="connsiteY4-60" fmla="*/ 0 h 1085852"/>
              <a:gd name="connsiteX0-61" fmla="*/ 0 w 5153029"/>
              <a:gd name="connsiteY0-62" fmla="*/ 0 h 1085852"/>
              <a:gd name="connsiteX1-63" fmla="*/ 5143501 w 5153029"/>
              <a:gd name="connsiteY1-64" fmla="*/ 0 h 1085852"/>
              <a:gd name="connsiteX2-65" fmla="*/ 5153029 w 5153029"/>
              <a:gd name="connsiteY2-66" fmla="*/ 333377 h 1085852"/>
              <a:gd name="connsiteX3-67" fmla="*/ 0 w 5153029"/>
              <a:gd name="connsiteY3-68" fmla="*/ 1085852 h 1085852"/>
              <a:gd name="connsiteX4-69" fmla="*/ 0 w 5153029"/>
              <a:gd name="connsiteY4-70" fmla="*/ 0 h 1085852"/>
              <a:gd name="connsiteX0-71" fmla="*/ 0 w 5153029"/>
              <a:gd name="connsiteY0-72" fmla="*/ 0 h 1085852"/>
              <a:gd name="connsiteX1-73" fmla="*/ 5143501 w 5153029"/>
              <a:gd name="connsiteY1-74" fmla="*/ 0 h 1085852"/>
              <a:gd name="connsiteX2-75" fmla="*/ 5153029 w 5153029"/>
              <a:gd name="connsiteY2-76" fmla="*/ 333377 h 1085852"/>
              <a:gd name="connsiteX3-77" fmla="*/ 0 w 5153029"/>
              <a:gd name="connsiteY3-78" fmla="*/ 1085852 h 1085852"/>
              <a:gd name="connsiteX4-79" fmla="*/ 0 w 5153029"/>
              <a:gd name="connsiteY4-80" fmla="*/ 0 h 1085852"/>
              <a:gd name="connsiteX0-81" fmla="*/ 0 w 5153029"/>
              <a:gd name="connsiteY0-82" fmla="*/ 0 h 1085852"/>
              <a:gd name="connsiteX1-83" fmla="*/ 5143501 w 5153029"/>
              <a:gd name="connsiteY1-84" fmla="*/ 0 h 1085852"/>
              <a:gd name="connsiteX2-85" fmla="*/ 5153029 w 5153029"/>
              <a:gd name="connsiteY2-86" fmla="*/ 333377 h 1085852"/>
              <a:gd name="connsiteX3-87" fmla="*/ 0 w 5153029"/>
              <a:gd name="connsiteY3-88" fmla="*/ 1085852 h 1085852"/>
              <a:gd name="connsiteX4-89" fmla="*/ 0 w 5153029"/>
              <a:gd name="connsiteY4-90" fmla="*/ 0 h 1085852"/>
              <a:gd name="connsiteX0-91" fmla="*/ 0 w 5153029"/>
              <a:gd name="connsiteY0-92" fmla="*/ 0 h 1085852"/>
              <a:gd name="connsiteX1-93" fmla="*/ 5143501 w 5153029"/>
              <a:gd name="connsiteY1-94" fmla="*/ 0 h 1085852"/>
              <a:gd name="connsiteX2-95" fmla="*/ 5153029 w 5153029"/>
              <a:gd name="connsiteY2-96" fmla="*/ 333377 h 1085852"/>
              <a:gd name="connsiteX3-97" fmla="*/ 0 w 5153029"/>
              <a:gd name="connsiteY3-98" fmla="*/ 1085852 h 1085852"/>
              <a:gd name="connsiteX4-99" fmla="*/ 0 w 5153029"/>
              <a:gd name="connsiteY4-100" fmla="*/ 0 h 1085852"/>
              <a:gd name="connsiteX0-101" fmla="*/ 0 w 5153029"/>
              <a:gd name="connsiteY0-102" fmla="*/ 0 h 1085852"/>
              <a:gd name="connsiteX1-103" fmla="*/ 5143501 w 5153029"/>
              <a:gd name="connsiteY1-104" fmla="*/ 0 h 1085852"/>
              <a:gd name="connsiteX2-105" fmla="*/ 5153029 w 5153029"/>
              <a:gd name="connsiteY2-106" fmla="*/ 333377 h 1085852"/>
              <a:gd name="connsiteX3-107" fmla="*/ 0 w 5153029"/>
              <a:gd name="connsiteY3-108" fmla="*/ 1085852 h 1085852"/>
              <a:gd name="connsiteX4-109" fmla="*/ 0 w 5153029"/>
              <a:gd name="connsiteY4-110" fmla="*/ 0 h 1085852"/>
              <a:gd name="connsiteX0-111" fmla="*/ 0 w 5153029"/>
              <a:gd name="connsiteY0-112" fmla="*/ 0 h 1085852"/>
              <a:gd name="connsiteX1-113" fmla="*/ 5143501 w 5153029"/>
              <a:gd name="connsiteY1-114" fmla="*/ 0 h 1085852"/>
              <a:gd name="connsiteX2-115" fmla="*/ 5153029 w 5153029"/>
              <a:gd name="connsiteY2-116" fmla="*/ 333377 h 1085852"/>
              <a:gd name="connsiteX3-117" fmla="*/ 0 w 5153029"/>
              <a:gd name="connsiteY3-118" fmla="*/ 1085852 h 1085852"/>
              <a:gd name="connsiteX4-119" fmla="*/ 0 w 5153029"/>
              <a:gd name="connsiteY4-120" fmla="*/ 0 h 1085852"/>
              <a:gd name="connsiteX0-121" fmla="*/ 0 w 5153029"/>
              <a:gd name="connsiteY0-122" fmla="*/ 0 h 1085852"/>
              <a:gd name="connsiteX1-123" fmla="*/ 5143501 w 5153029"/>
              <a:gd name="connsiteY1-124" fmla="*/ 0 h 1085852"/>
              <a:gd name="connsiteX2-125" fmla="*/ 5153029 w 5153029"/>
              <a:gd name="connsiteY2-126" fmla="*/ 333377 h 1085852"/>
              <a:gd name="connsiteX3-127" fmla="*/ 0 w 5153029"/>
              <a:gd name="connsiteY3-128" fmla="*/ 1085852 h 1085852"/>
              <a:gd name="connsiteX4-129" fmla="*/ 0 w 5153029"/>
              <a:gd name="connsiteY4-130" fmla="*/ 0 h 1085852"/>
              <a:gd name="connsiteX0-131" fmla="*/ 0 w 5143501"/>
              <a:gd name="connsiteY0-132" fmla="*/ 0 h 1085852"/>
              <a:gd name="connsiteX1-133" fmla="*/ 5143501 w 5143501"/>
              <a:gd name="connsiteY1-134" fmla="*/ 0 h 1085852"/>
              <a:gd name="connsiteX2-135" fmla="*/ 5133982 w 5143501"/>
              <a:gd name="connsiteY2-136" fmla="*/ 476252 h 1085852"/>
              <a:gd name="connsiteX3-137" fmla="*/ 0 w 5143501"/>
              <a:gd name="connsiteY3-138" fmla="*/ 1085852 h 1085852"/>
              <a:gd name="connsiteX4-139" fmla="*/ 0 w 5143501"/>
              <a:gd name="connsiteY4-140" fmla="*/ 0 h 1085852"/>
              <a:gd name="connsiteX0-141" fmla="*/ 0 w 5162560"/>
              <a:gd name="connsiteY0-142" fmla="*/ 0 h 1085852"/>
              <a:gd name="connsiteX1-143" fmla="*/ 5143501 w 5162560"/>
              <a:gd name="connsiteY1-144" fmla="*/ 0 h 1085852"/>
              <a:gd name="connsiteX2-145" fmla="*/ 5162560 w 5162560"/>
              <a:gd name="connsiteY2-146" fmla="*/ 485777 h 1085852"/>
              <a:gd name="connsiteX3-147" fmla="*/ 0 w 5162560"/>
              <a:gd name="connsiteY3-148" fmla="*/ 1085852 h 1085852"/>
              <a:gd name="connsiteX4-149" fmla="*/ 0 w 5162560"/>
              <a:gd name="connsiteY4-150" fmla="*/ 0 h 1085852"/>
              <a:gd name="connsiteX0-151" fmla="*/ 0 w 5143501"/>
              <a:gd name="connsiteY0-152" fmla="*/ 0 h 1085852"/>
              <a:gd name="connsiteX1-153" fmla="*/ 5143501 w 5143501"/>
              <a:gd name="connsiteY1-154" fmla="*/ 0 h 1085852"/>
              <a:gd name="connsiteX2-155" fmla="*/ 5124460 w 5143501"/>
              <a:gd name="connsiteY2-156" fmla="*/ 485777 h 1085852"/>
              <a:gd name="connsiteX3-157" fmla="*/ 0 w 5143501"/>
              <a:gd name="connsiteY3-158" fmla="*/ 1085852 h 1085852"/>
              <a:gd name="connsiteX4-159" fmla="*/ 0 w 5143501"/>
              <a:gd name="connsiteY4-160" fmla="*/ 0 h 1085852"/>
              <a:gd name="connsiteX0-161" fmla="*/ 0 w 5143513"/>
              <a:gd name="connsiteY0-162" fmla="*/ 0 h 1085852"/>
              <a:gd name="connsiteX1-163" fmla="*/ 5143501 w 5143513"/>
              <a:gd name="connsiteY1-164" fmla="*/ 0 h 1085852"/>
              <a:gd name="connsiteX2-165" fmla="*/ 5143513 w 5143513"/>
              <a:gd name="connsiteY2-166" fmla="*/ 495302 h 1085852"/>
              <a:gd name="connsiteX3-167" fmla="*/ 0 w 5143513"/>
              <a:gd name="connsiteY3-168" fmla="*/ 1085852 h 1085852"/>
              <a:gd name="connsiteX4-169" fmla="*/ 0 w 5143513"/>
              <a:gd name="connsiteY4-170" fmla="*/ 0 h 108585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143513" h="1085852">
                <a:moveTo>
                  <a:pt x="0" y="0"/>
                </a:moveTo>
                <a:lnTo>
                  <a:pt x="5143501" y="0"/>
                </a:lnTo>
                <a:cubicBezTo>
                  <a:pt x="5143505" y="165101"/>
                  <a:pt x="5143509" y="330201"/>
                  <a:pt x="5143513" y="495302"/>
                </a:cubicBezTo>
                <a:cubicBezTo>
                  <a:pt x="3244877" y="241312"/>
                  <a:pt x="1517656" y="254002"/>
                  <a:pt x="0" y="1085852"/>
                </a:cubicBezTo>
                <a:lnTo>
                  <a:pt x="0" y="0"/>
                </a:lnTo>
                <a:close/>
              </a:path>
            </a:pathLst>
          </a:custGeom>
          <a:solidFill>
            <a:srgbClr val="FFC5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3"/>
          <p:cNvSpPr/>
          <p:nvPr userDrawn="1"/>
        </p:nvSpPr>
        <p:spPr>
          <a:xfrm rot="16200000" flipH="1">
            <a:off x="-2128843" y="2128850"/>
            <a:ext cx="5143513" cy="885823"/>
          </a:xfrm>
          <a:custGeom>
            <a:avLst/>
            <a:gdLst>
              <a:gd name="connsiteX0" fmla="*/ 0 w 5143501"/>
              <a:gd name="connsiteY0" fmla="*/ 0 h 1085852"/>
              <a:gd name="connsiteX1" fmla="*/ 5143501 w 5143501"/>
              <a:gd name="connsiteY1" fmla="*/ 0 h 1085852"/>
              <a:gd name="connsiteX2" fmla="*/ 5143501 w 5143501"/>
              <a:gd name="connsiteY2" fmla="*/ 1085852 h 1085852"/>
              <a:gd name="connsiteX3" fmla="*/ 0 w 5143501"/>
              <a:gd name="connsiteY3" fmla="*/ 1085852 h 1085852"/>
              <a:gd name="connsiteX4" fmla="*/ 0 w 5143501"/>
              <a:gd name="connsiteY4" fmla="*/ 0 h 1085852"/>
              <a:gd name="connsiteX0-1" fmla="*/ 0 w 5153029"/>
              <a:gd name="connsiteY0-2" fmla="*/ 0 h 1085852"/>
              <a:gd name="connsiteX1-3" fmla="*/ 5143501 w 5153029"/>
              <a:gd name="connsiteY1-4" fmla="*/ 0 h 1085852"/>
              <a:gd name="connsiteX2-5" fmla="*/ 5153029 w 5153029"/>
              <a:gd name="connsiteY2-6" fmla="*/ 333377 h 1085852"/>
              <a:gd name="connsiteX3-7" fmla="*/ 0 w 5153029"/>
              <a:gd name="connsiteY3-8" fmla="*/ 1085852 h 1085852"/>
              <a:gd name="connsiteX4-9" fmla="*/ 0 w 5153029"/>
              <a:gd name="connsiteY4-10" fmla="*/ 0 h 1085852"/>
              <a:gd name="connsiteX0-11" fmla="*/ 0 w 5153029"/>
              <a:gd name="connsiteY0-12" fmla="*/ 0 h 1085852"/>
              <a:gd name="connsiteX1-13" fmla="*/ 5143501 w 5153029"/>
              <a:gd name="connsiteY1-14" fmla="*/ 0 h 1085852"/>
              <a:gd name="connsiteX2-15" fmla="*/ 5153029 w 5153029"/>
              <a:gd name="connsiteY2-16" fmla="*/ 333377 h 1085852"/>
              <a:gd name="connsiteX3-17" fmla="*/ 0 w 5153029"/>
              <a:gd name="connsiteY3-18" fmla="*/ 1085852 h 1085852"/>
              <a:gd name="connsiteX4-19" fmla="*/ 0 w 5153029"/>
              <a:gd name="connsiteY4-20" fmla="*/ 0 h 1085852"/>
              <a:gd name="connsiteX0-21" fmla="*/ 0 w 5153029"/>
              <a:gd name="connsiteY0-22" fmla="*/ 0 h 1085852"/>
              <a:gd name="connsiteX1-23" fmla="*/ 5143501 w 5153029"/>
              <a:gd name="connsiteY1-24" fmla="*/ 0 h 1085852"/>
              <a:gd name="connsiteX2-25" fmla="*/ 5153029 w 5153029"/>
              <a:gd name="connsiteY2-26" fmla="*/ 333377 h 1085852"/>
              <a:gd name="connsiteX3-27" fmla="*/ 0 w 5153029"/>
              <a:gd name="connsiteY3-28" fmla="*/ 1085852 h 1085852"/>
              <a:gd name="connsiteX4-29" fmla="*/ 0 w 5153029"/>
              <a:gd name="connsiteY4-30" fmla="*/ 0 h 1085852"/>
              <a:gd name="connsiteX0-31" fmla="*/ 0 w 5153029"/>
              <a:gd name="connsiteY0-32" fmla="*/ 0 h 1085852"/>
              <a:gd name="connsiteX1-33" fmla="*/ 5143501 w 5153029"/>
              <a:gd name="connsiteY1-34" fmla="*/ 0 h 1085852"/>
              <a:gd name="connsiteX2-35" fmla="*/ 5153029 w 5153029"/>
              <a:gd name="connsiteY2-36" fmla="*/ 333377 h 1085852"/>
              <a:gd name="connsiteX3-37" fmla="*/ 0 w 5153029"/>
              <a:gd name="connsiteY3-38" fmla="*/ 1085852 h 1085852"/>
              <a:gd name="connsiteX4-39" fmla="*/ 0 w 5153029"/>
              <a:gd name="connsiteY4-40" fmla="*/ 0 h 1085852"/>
              <a:gd name="connsiteX0-41" fmla="*/ 0 w 5153029"/>
              <a:gd name="connsiteY0-42" fmla="*/ 0 h 1085852"/>
              <a:gd name="connsiteX1-43" fmla="*/ 5143501 w 5153029"/>
              <a:gd name="connsiteY1-44" fmla="*/ 0 h 1085852"/>
              <a:gd name="connsiteX2-45" fmla="*/ 5153029 w 5153029"/>
              <a:gd name="connsiteY2-46" fmla="*/ 333377 h 1085852"/>
              <a:gd name="connsiteX3-47" fmla="*/ 0 w 5153029"/>
              <a:gd name="connsiteY3-48" fmla="*/ 1085852 h 1085852"/>
              <a:gd name="connsiteX4-49" fmla="*/ 0 w 5153029"/>
              <a:gd name="connsiteY4-50" fmla="*/ 0 h 1085852"/>
              <a:gd name="connsiteX0-51" fmla="*/ 0 w 5153029"/>
              <a:gd name="connsiteY0-52" fmla="*/ 0 h 1085852"/>
              <a:gd name="connsiteX1-53" fmla="*/ 5143501 w 5153029"/>
              <a:gd name="connsiteY1-54" fmla="*/ 0 h 1085852"/>
              <a:gd name="connsiteX2-55" fmla="*/ 5153029 w 5153029"/>
              <a:gd name="connsiteY2-56" fmla="*/ 333377 h 1085852"/>
              <a:gd name="connsiteX3-57" fmla="*/ 0 w 5153029"/>
              <a:gd name="connsiteY3-58" fmla="*/ 1085852 h 1085852"/>
              <a:gd name="connsiteX4-59" fmla="*/ 0 w 5153029"/>
              <a:gd name="connsiteY4-60" fmla="*/ 0 h 1085852"/>
              <a:gd name="connsiteX0-61" fmla="*/ 0 w 5153029"/>
              <a:gd name="connsiteY0-62" fmla="*/ 0 h 1085852"/>
              <a:gd name="connsiteX1-63" fmla="*/ 5143501 w 5153029"/>
              <a:gd name="connsiteY1-64" fmla="*/ 0 h 1085852"/>
              <a:gd name="connsiteX2-65" fmla="*/ 5153029 w 5153029"/>
              <a:gd name="connsiteY2-66" fmla="*/ 333377 h 1085852"/>
              <a:gd name="connsiteX3-67" fmla="*/ 0 w 5153029"/>
              <a:gd name="connsiteY3-68" fmla="*/ 1085852 h 1085852"/>
              <a:gd name="connsiteX4-69" fmla="*/ 0 w 5153029"/>
              <a:gd name="connsiteY4-70" fmla="*/ 0 h 1085852"/>
              <a:gd name="connsiteX0-71" fmla="*/ 0 w 5153029"/>
              <a:gd name="connsiteY0-72" fmla="*/ 0 h 1085852"/>
              <a:gd name="connsiteX1-73" fmla="*/ 5143501 w 5153029"/>
              <a:gd name="connsiteY1-74" fmla="*/ 0 h 1085852"/>
              <a:gd name="connsiteX2-75" fmla="*/ 5153029 w 5153029"/>
              <a:gd name="connsiteY2-76" fmla="*/ 333377 h 1085852"/>
              <a:gd name="connsiteX3-77" fmla="*/ 0 w 5153029"/>
              <a:gd name="connsiteY3-78" fmla="*/ 1085852 h 1085852"/>
              <a:gd name="connsiteX4-79" fmla="*/ 0 w 5153029"/>
              <a:gd name="connsiteY4-80" fmla="*/ 0 h 1085852"/>
              <a:gd name="connsiteX0-81" fmla="*/ 0 w 5153029"/>
              <a:gd name="connsiteY0-82" fmla="*/ 0 h 1085852"/>
              <a:gd name="connsiteX1-83" fmla="*/ 5143501 w 5153029"/>
              <a:gd name="connsiteY1-84" fmla="*/ 0 h 1085852"/>
              <a:gd name="connsiteX2-85" fmla="*/ 5153029 w 5153029"/>
              <a:gd name="connsiteY2-86" fmla="*/ 333377 h 1085852"/>
              <a:gd name="connsiteX3-87" fmla="*/ 0 w 5153029"/>
              <a:gd name="connsiteY3-88" fmla="*/ 1085852 h 1085852"/>
              <a:gd name="connsiteX4-89" fmla="*/ 0 w 5153029"/>
              <a:gd name="connsiteY4-90" fmla="*/ 0 h 1085852"/>
              <a:gd name="connsiteX0-91" fmla="*/ 0 w 5153029"/>
              <a:gd name="connsiteY0-92" fmla="*/ 0 h 1085852"/>
              <a:gd name="connsiteX1-93" fmla="*/ 5143501 w 5153029"/>
              <a:gd name="connsiteY1-94" fmla="*/ 0 h 1085852"/>
              <a:gd name="connsiteX2-95" fmla="*/ 5153029 w 5153029"/>
              <a:gd name="connsiteY2-96" fmla="*/ 333377 h 1085852"/>
              <a:gd name="connsiteX3-97" fmla="*/ 0 w 5153029"/>
              <a:gd name="connsiteY3-98" fmla="*/ 1085852 h 1085852"/>
              <a:gd name="connsiteX4-99" fmla="*/ 0 w 5153029"/>
              <a:gd name="connsiteY4-100" fmla="*/ 0 h 1085852"/>
              <a:gd name="connsiteX0-101" fmla="*/ 0 w 5153029"/>
              <a:gd name="connsiteY0-102" fmla="*/ 0 h 1085852"/>
              <a:gd name="connsiteX1-103" fmla="*/ 5143501 w 5153029"/>
              <a:gd name="connsiteY1-104" fmla="*/ 0 h 1085852"/>
              <a:gd name="connsiteX2-105" fmla="*/ 5153029 w 5153029"/>
              <a:gd name="connsiteY2-106" fmla="*/ 333377 h 1085852"/>
              <a:gd name="connsiteX3-107" fmla="*/ 0 w 5153029"/>
              <a:gd name="connsiteY3-108" fmla="*/ 1085852 h 1085852"/>
              <a:gd name="connsiteX4-109" fmla="*/ 0 w 5153029"/>
              <a:gd name="connsiteY4-110" fmla="*/ 0 h 1085852"/>
              <a:gd name="connsiteX0-111" fmla="*/ 0 w 5153029"/>
              <a:gd name="connsiteY0-112" fmla="*/ 0 h 1085852"/>
              <a:gd name="connsiteX1-113" fmla="*/ 5143501 w 5153029"/>
              <a:gd name="connsiteY1-114" fmla="*/ 0 h 1085852"/>
              <a:gd name="connsiteX2-115" fmla="*/ 5153029 w 5153029"/>
              <a:gd name="connsiteY2-116" fmla="*/ 333377 h 1085852"/>
              <a:gd name="connsiteX3-117" fmla="*/ 0 w 5153029"/>
              <a:gd name="connsiteY3-118" fmla="*/ 1085852 h 1085852"/>
              <a:gd name="connsiteX4-119" fmla="*/ 0 w 5153029"/>
              <a:gd name="connsiteY4-120" fmla="*/ 0 h 1085852"/>
              <a:gd name="connsiteX0-121" fmla="*/ 0 w 5153029"/>
              <a:gd name="connsiteY0-122" fmla="*/ 0 h 1085852"/>
              <a:gd name="connsiteX1-123" fmla="*/ 5143501 w 5153029"/>
              <a:gd name="connsiteY1-124" fmla="*/ 0 h 1085852"/>
              <a:gd name="connsiteX2-125" fmla="*/ 5153029 w 5153029"/>
              <a:gd name="connsiteY2-126" fmla="*/ 333377 h 1085852"/>
              <a:gd name="connsiteX3-127" fmla="*/ 0 w 5153029"/>
              <a:gd name="connsiteY3-128" fmla="*/ 1085852 h 1085852"/>
              <a:gd name="connsiteX4-129" fmla="*/ 0 w 5153029"/>
              <a:gd name="connsiteY4-130" fmla="*/ 0 h 1085852"/>
              <a:gd name="connsiteX0-131" fmla="*/ 0 w 5143501"/>
              <a:gd name="connsiteY0-132" fmla="*/ 0 h 1085852"/>
              <a:gd name="connsiteX1-133" fmla="*/ 5143501 w 5143501"/>
              <a:gd name="connsiteY1-134" fmla="*/ 0 h 1085852"/>
              <a:gd name="connsiteX2-135" fmla="*/ 5133982 w 5143501"/>
              <a:gd name="connsiteY2-136" fmla="*/ 476252 h 1085852"/>
              <a:gd name="connsiteX3-137" fmla="*/ 0 w 5143501"/>
              <a:gd name="connsiteY3-138" fmla="*/ 1085852 h 1085852"/>
              <a:gd name="connsiteX4-139" fmla="*/ 0 w 5143501"/>
              <a:gd name="connsiteY4-140" fmla="*/ 0 h 1085852"/>
              <a:gd name="connsiteX0-141" fmla="*/ 0 w 5162560"/>
              <a:gd name="connsiteY0-142" fmla="*/ 0 h 1085852"/>
              <a:gd name="connsiteX1-143" fmla="*/ 5143501 w 5162560"/>
              <a:gd name="connsiteY1-144" fmla="*/ 0 h 1085852"/>
              <a:gd name="connsiteX2-145" fmla="*/ 5162560 w 5162560"/>
              <a:gd name="connsiteY2-146" fmla="*/ 485777 h 1085852"/>
              <a:gd name="connsiteX3-147" fmla="*/ 0 w 5162560"/>
              <a:gd name="connsiteY3-148" fmla="*/ 1085852 h 1085852"/>
              <a:gd name="connsiteX4-149" fmla="*/ 0 w 5162560"/>
              <a:gd name="connsiteY4-150" fmla="*/ 0 h 1085852"/>
              <a:gd name="connsiteX0-151" fmla="*/ 0 w 5143501"/>
              <a:gd name="connsiteY0-152" fmla="*/ 0 h 1085852"/>
              <a:gd name="connsiteX1-153" fmla="*/ 5143501 w 5143501"/>
              <a:gd name="connsiteY1-154" fmla="*/ 0 h 1085852"/>
              <a:gd name="connsiteX2-155" fmla="*/ 5124460 w 5143501"/>
              <a:gd name="connsiteY2-156" fmla="*/ 485777 h 1085852"/>
              <a:gd name="connsiteX3-157" fmla="*/ 0 w 5143501"/>
              <a:gd name="connsiteY3-158" fmla="*/ 1085852 h 1085852"/>
              <a:gd name="connsiteX4-159" fmla="*/ 0 w 5143501"/>
              <a:gd name="connsiteY4-160" fmla="*/ 0 h 1085852"/>
              <a:gd name="connsiteX0-161" fmla="*/ 0 w 5143513"/>
              <a:gd name="connsiteY0-162" fmla="*/ 0 h 1085852"/>
              <a:gd name="connsiteX1-163" fmla="*/ 5143501 w 5143513"/>
              <a:gd name="connsiteY1-164" fmla="*/ 0 h 1085852"/>
              <a:gd name="connsiteX2-165" fmla="*/ 5143513 w 5143513"/>
              <a:gd name="connsiteY2-166" fmla="*/ 495302 h 1085852"/>
              <a:gd name="connsiteX3-167" fmla="*/ 0 w 5143513"/>
              <a:gd name="connsiteY3-168" fmla="*/ 1085852 h 1085852"/>
              <a:gd name="connsiteX4-169" fmla="*/ 0 w 5143513"/>
              <a:gd name="connsiteY4-170" fmla="*/ 0 h 108585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143513" h="1085852">
                <a:moveTo>
                  <a:pt x="0" y="0"/>
                </a:moveTo>
                <a:lnTo>
                  <a:pt x="5143501" y="0"/>
                </a:lnTo>
                <a:cubicBezTo>
                  <a:pt x="5143505" y="165101"/>
                  <a:pt x="5143509" y="330201"/>
                  <a:pt x="5143513" y="495302"/>
                </a:cubicBezTo>
                <a:cubicBezTo>
                  <a:pt x="3244877" y="241312"/>
                  <a:pt x="1517656" y="254002"/>
                  <a:pt x="0" y="1085852"/>
                </a:cubicBezTo>
                <a:lnTo>
                  <a:pt x="0" y="0"/>
                </a:lnTo>
                <a:close/>
              </a:path>
            </a:pathLst>
          </a:custGeom>
          <a:solidFill>
            <a:srgbClr val="1B43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3"/>
          <p:cNvSpPr/>
          <p:nvPr userDrawn="1"/>
        </p:nvSpPr>
        <p:spPr>
          <a:xfrm rot="16200000" flipH="1">
            <a:off x="-2205042" y="2205045"/>
            <a:ext cx="5143513" cy="733427"/>
          </a:xfrm>
          <a:custGeom>
            <a:avLst/>
            <a:gdLst>
              <a:gd name="connsiteX0" fmla="*/ 0 w 5143501"/>
              <a:gd name="connsiteY0" fmla="*/ 0 h 1085852"/>
              <a:gd name="connsiteX1" fmla="*/ 5143501 w 5143501"/>
              <a:gd name="connsiteY1" fmla="*/ 0 h 1085852"/>
              <a:gd name="connsiteX2" fmla="*/ 5143501 w 5143501"/>
              <a:gd name="connsiteY2" fmla="*/ 1085852 h 1085852"/>
              <a:gd name="connsiteX3" fmla="*/ 0 w 5143501"/>
              <a:gd name="connsiteY3" fmla="*/ 1085852 h 1085852"/>
              <a:gd name="connsiteX4" fmla="*/ 0 w 5143501"/>
              <a:gd name="connsiteY4" fmla="*/ 0 h 1085852"/>
              <a:gd name="connsiteX0-1" fmla="*/ 0 w 5153029"/>
              <a:gd name="connsiteY0-2" fmla="*/ 0 h 1085852"/>
              <a:gd name="connsiteX1-3" fmla="*/ 5143501 w 5153029"/>
              <a:gd name="connsiteY1-4" fmla="*/ 0 h 1085852"/>
              <a:gd name="connsiteX2-5" fmla="*/ 5153029 w 5153029"/>
              <a:gd name="connsiteY2-6" fmla="*/ 333377 h 1085852"/>
              <a:gd name="connsiteX3-7" fmla="*/ 0 w 5153029"/>
              <a:gd name="connsiteY3-8" fmla="*/ 1085852 h 1085852"/>
              <a:gd name="connsiteX4-9" fmla="*/ 0 w 5153029"/>
              <a:gd name="connsiteY4-10" fmla="*/ 0 h 1085852"/>
              <a:gd name="connsiteX0-11" fmla="*/ 0 w 5153029"/>
              <a:gd name="connsiteY0-12" fmla="*/ 0 h 1085852"/>
              <a:gd name="connsiteX1-13" fmla="*/ 5143501 w 5153029"/>
              <a:gd name="connsiteY1-14" fmla="*/ 0 h 1085852"/>
              <a:gd name="connsiteX2-15" fmla="*/ 5153029 w 5153029"/>
              <a:gd name="connsiteY2-16" fmla="*/ 333377 h 1085852"/>
              <a:gd name="connsiteX3-17" fmla="*/ 0 w 5153029"/>
              <a:gd name="connsiteY3-18" fmla="*/ 1085852 h 1085852"/>
              <a:gd name="connsiteX4-19" fmla="*/ 0 w 5153029"/>
              <a:gd name="connsiteY4-20" fmla="*/ 0 h 1085852"/>
              <a:gd name="connsiteX0-21" fmla="*/ 0 w 5153029"/>
              <a:gd name="connsiteY0-22" fmla="*/ 0 h 1085852"/>
              <a:gd name="connsiteX1-23" fmla="*/ 5143501 w 5153029"/>
              <a:gd name="connsiteY1-24" fmla="*/ 0 h 1085852"/>
              <a:gd name="connsiteX2-25" fmla="*/ 5153029 w 5153029"/>
              <a:gd name="connsiteY2-26" fmla="*/ 333377 h 1085852"/>
              <a:gd name="connsiteX3-27" fmla="*/ 0 w 5153029"/>
              <a:gd name="connsiteY3-28" fmla="*/ 1085852 h 1085852"/>
              <a:gd name="connsiteX4-29" fmla="*/ 0 w 5153029"/>
              <a:gd name="connsiteY4-30" fmla="*/ 0 h 1085852"/>
              <a:gd name="connsiteX0-31" fmla="*/ 0 w 5153029"/>
              <a:gd name="connsiteY0-32" fmla="*/ 0 h 1085852"/>
              <a:gd name="connsiteX1-33" fmla="*/ 5143501 w 5153029"/>
              <a:gd name="connsiteY1-34" fmla="*/ 0 h 1085852"/>
              <a:gd name="connsiteX2-35" fmla="*/ 5153029 w 5153029"/>
              <a:gd name="connsiteY2-36" fmla="*/ 333377 h 1085852"/>
              <a:gd name="connsiteX3-37" fmla="*/ 0 w 5153029"/>
              <a:gd name="connsiteY3-38" fmla="*/ 1085852 h 1085852"/>
              <a:gd name="connsiteX4-39" fmla="*/ 0 w 5153029"/>
              <a:gd name="connsiteY4-40" fmla="*/ 0 h 1085852"/>
              <a:gd name="connsiteX0-41" fmla="*/ 0 w 5153029"/>
              <a:gd name="connsiteY0-42" fmla="*/ 0 h 1085852"/>
              <a:gd name="connsiteX1-43" fmla="*/ 5143501 w 5153029"/>
              <a:gd name="connsiteY1-44" fmla="*/ 0 h 1085852"/>
              <a:gd name="connsiteX2-45" fmla="*/ 5153029 w 5153029"/>
              <a:gd name="connsiteY2-46" fmla="*/ 333377 h 1085852"/>
              <a:gd name="connsiteX3-47" fmla="*/ 0 w 5153029"/>
              <a:gd name="connsiteY3-48" fmla="*/ 1085852 h 1085852"/>
              <a:gd name="connsiteX4-49" fmla="*/ 0 w 5153029"/>
              <a:gd name="connsiteY4-50" fmla="*/ 0 h 1085852"/>
              <a:gd name="connsiteX0-51" fmla="*/ 0 w 5153029"/>
              <a:gd name="connsiteY0-52" fmla="*/ 0 h 1085852"/>
              <a:gd name="connsiteX1-53" fmla="*/ 5143501 w 5153029"/>
              <a:gd name="connsiteY1-54" fmla="*/ 0 h 1085852"/>
              <a:gd name="connsiteX2-55" fmla="*/ 5153029 w 5153029"/>
              <a:gd name="connsiteY2-56" fmla="*/ 333377 h 1085852"/>
              <a:gd name="connsiteX3-57" fmla="*/ 0 w 5153029"/>
              <a:gd name="connsiteY3-58" fmla="*/ 1085852 h 1085852"/>
              <a:gd name="connsiteX4-59" fmla="*/ 0 w 5153029"/>
              <a:gd name="connsiteY4-60" fmla="*/ 0 h 1085852"/>
              <a:gd name="connsiteX0-61" fmla="*/ 0 w 5153029"/>
              <a:gd name="connsiteY0-62" fmla="*/ 0 h 1085852"/>
              <a:gd name="connsiteX1-63" fmla="*/ 5143501 w 5153029"/>
              <a:gd name="connsiteY1-64" fmla="*/ 0 h 1085852"/>
              <a:gd name="connsiteX2-65" fmla="*/ 5153029 w 5153029"/>
              <a:gd name="connsiteY2-66" fmla="*/ 333377 h 1085852"/>
              <a:gd name="connsiteX3-67" fmla="*/ 0 w 5153029"/>
              <a:gd name="connsiteY3-68" fmla="*/ 1085852 h 1085852"/>
              <a:gd name="connsiteX4-69" fmla="*/ 0 w 5153029"/>
              <a:gd name="connsiteY4-70" fmla="*/ 0 h 1085852"/>
              <a:gd name="connsiteX0-71" fmla="*/ 0 w 5153029"/>
              <a:gd name="connsiteY0-72" fmla="*/ 0 h 1085852"/>
              <a:gd name="connsiteX1-73" fmla="*/ 5143501 w 5153029"/>
              <a:gd name="connsiteY1-74" fmla="*/ 0 h 1085852"/>
              <a:gd name="connsiteX2-75" fmla="*/ 5153029 w 5153029"/>
              <a:gd name="connsiteY2-76" fmla="*/ 333377 h 1085852"/>
              <a:gd name="connsiteX3-77" fmla="*/ 0 w 5153029"/>
              <a:gd name="connsiteY3-78" fmla="*/ 1085852 h 1085852"/>
              <a:gd name="connsiteX4-79" fmla="*/ 0 w 5153029"/>
              <a:gd name="connsiteY4-80" fmla="*/ 0 h 1085852"/>
              <a:gd name="connsiteX0-81" fmla="*/ 0 w 5153029"/>
              <a:gd name="connsiteY0-82" fmla="*/ 0 h 1085852"/>
              <a:gd name="connsiteX1-83" fmla="*/ 5143501 w 5153029"/>
              <a:gd name="connsiteY1-84" fmla="*/ 0 h 1085852"/>
              <a:gd name="connsiteX2-85" fmla="*/ 5153029 w 5153029"/>
              <a:gd name="connsiteY2-86" fmla="*/ 333377 h 1085852"/>
              <a:gd name="connsiteX3-87" fmla="*/ 0 w 5153029"/>
              <a:gd name="connsiteY3-88" fmla="*/ 1085852 h 1085852"/>
              <a:gd name="connsiteX4-89" fmla="*/ 0 w 5153029"/>
              <a:gd name="connsiteY4-90" fmla="*/ 0 h 1085852"/>
              <a:gd name="connsiteX0-91" fmla="*/ 0 w 5153029"/>
              <a:gd name="connsiteY0-92" fmla="*/ 0 h 1085852"/>
              <a:gd name="connsiteX1-93" fmla="*/ 5143501 w 5153029"/>
              <a:gd name="connsiteY1-94" fmla="*/ 0 h 1085852"/>
              <a:gd name="connsiteX2-95" fmla="*/ 5153029 w 5153029"/>
              <a:gd name="connsiteY2-96" fmla="*/ 333377 h 1085852"/>
              <a:gd name="connsiteX3-97" fmla="*/ 0 w 5153029"/>
              <a:gd name="connsiteY3-98" fmla="*/ 1085852 h 1085852"/>
              <a:gd name="connsiteX4-99" fmla="*/ 0 w 5153029"/>
              <a:gd name="connsiteY4-100" fmla="*/ 0 h 1085852"/>
              <a:gd name="connsiteX0-101" fmla="*/ 0 w 5153029"/>
              <a:gd name="connsiteY0-102" fmla="*/ 0 h 1085852"/>
              <a:gd name="connsiteX1-103" fmla="*/ 5143501 w 5153029"/>
              <a:gd name="connsiteY1-104" fmla="*/ 0 h 1085852"/>
              <a:gd name="connsiteX2-105" fmla="*/ 5153029 w 5153029"/>
              <a:gd name="connsiteY2-106" fmla="*/ 333377 h 1085852"/>
              <a:gd name="connsiteX3-107" fmla="*/ 0 w 5153029"/>
              <a:gd name="connsiteY3-108" fmla="*/ 1085852 h 1085852"/>
              <a:gd name="connsiteX4-109" fmla="*/ 0 w 5153029"/>
              <a:gd name="connsiteY4-110" fmla="*/ 0 h 1085852"/>
              <a:gd name="connsiteX0-111" fmla="*/ 0 w 5153029"/>
              <a:gd name="connsiteY0-112" fmla="*/ 0 h 1085852"/>
              <a:gd name="connsiteX1-113" fmla="*/ 5143501 w 5153029"/>
              <a:gd name="connsiteY1-114" fmla="*/ 0 h 1085852"/>
              <a:gd name="connsiteX2-115" fmla="*/ 5153029 w 5153029"/>
              <a:gd name="connsiteY2-116" fmla="*/ 333377 h 1085852"/>
              <a:gd name="connsiteX3-117" fmla="*/ 0 w 5153029"/>
              <a:gd name="connsiteY3-118" fmla="*/ 1085852 h 1085852"/>
              <a:gd name="connsiteX4-119" fmla="*/ 0 w 5153029"/>
              <a:gd name="connsiteY4-120" fmla="*/ 0 h 1085852"/>
              <a:gd name="connsiteX0-121" fmla="*/ 0 w 5153029"/>
              <a:gd name="connsiteY0-122" fmla="*/ 0 h 1085852"/>
              <a:gd name="connsiteX1-123" fmla="*/ 5143501 w 5153029"/>
              <a:gd name="connsiteY1-124" fmla="*/ 0 h 1085852"/>
              <a:gd name="connsiteX2-125" fmla="*/ 5153029 w 5153029"/>
              <a:gd name="connsiteY2-126" fmla="*/ 333377 h 1085852"/>
              <a:gd name="connsiteX3-127" fmla="*/ 0 w 5153029"/>
              <a:gd name="connsiteY3-128" fmla="*/ 1085852 h 1085852"/>
              <a:gd name="connsiteX4-129" fmla="*/ 0 w 5153029"/>
              <a:gd name="connsiteY4-130" fmla="*/ 0 h 1085852"/>
              <a:gd name="connsiteX0-131" fmla="*/ 0 w 5143501"/>
              <a:gd name="connsiteY0-132" fmla="*/ 0 h 1085852"/>
              <a:gd name="connsiteX1-133" fmla="*/ 5143501 w 5143501"/>
              <a:gd name="connsiteY1-134" fmla="*/ 0 h 1085852"/>
              <a:gd name="connsiteX2-135" fmla="*/ 5133982 w 5143501"/>
              <a:gd name="connsiteY2-136" fmla="*/ 476252 h 1085852"/>
              <a:gd name="connsiteX3-137" fmla="*/ 0 w 5143501"/>
              <a:gd name="connsiteY3-138" fmla="*/ 1085852 h 1085852"/>
              <a:gd name="connsiteX4-139" fmla="*/ 0 w 5143501"/>
              <a:gd name="connsiteY4-140" fmla="*/ 0 h 1085852"/>
              <a:gd name="connsiteX0-141" fmla="*/ 0 w 5162560"/>
              <a:gd name="connsiteY0-142" fmla="*/ 0 h 1085852"/>
              <a:gd name="connsiteX1-143" fmla="*/ 5143501 w 5162560"/>
              <a:gd name="connsiteY1-144" fmla="*/ 0 h 1085852"/>
              <a:gd name="connsiteX2-145" fmla="*/ 5162560 w 5162560"/>
              <a:gd name="connsiteY2-146" fmla="*/ 485777 h 1085852"/>
              <a:gd name="connsiteX3-147" fmla="*/ 0 w 5162560"/>
              <a:gd name="connsiteY3-148" fmla="*/ 1085852 h 1085852"/>
              <a:gd name="connsiteX4-149" fmla="*/ 0 w 5162560"/>
              <a:gd name="connsiteY4-150" fmla="*/ 0 h 1085852"/>
              <a:gd name="connsiteX0-151" fmla="*/ 0 w 5143501"/>
              <a:gd name="connsiteY0-152" fmla="*/ 0 h 1085852"/>
              <a:gd name="connsiteX1-153" fmla="*/ 5143501 w 5143501"/>
              <a:gd name="connsiteY1-154" fmla="*/ 0 h 1085852"/>
              <a:gd name="connsiteX2-155" fmla="*/ 5124460 w 5143501"/>
              <a:gd name="connsiteY2-156" fmla="*/ 485777 h 1085852"/>
              <a:gd name="connsiteX3-157" fmla="*/ 0 w 5143501"/>
              <a:gd name="connsiteY3-158" fmla="*/ 1085852 h 1085852"/>
              <a:gd name="connsiteX4-159" fmla="*/ 0 w 5143501"/>
              <a:gd name="connsiteY4-160" fmla="*/ 0 h 1085852"/>
              <a:gd name="connsiteX0-161" fmla="*/ 0 w 5143513"/>
              <a:gd name="connsiteY0-162" fmla="*/ 0 h 1085852"/>
              <a:gd name="connsiteX1-163" fmla="*/ 5143501 w 5143513"/>
              <a:gd name="connsiteY1-164" fmla="*/ 0 h 1085852"/>
              <a:gd name="connsiteX2-165" fmla="*/ 5143513 w 5143513"/>
              <a:gd name="connsiteY2-166" fmla="*/ 495302 h 1085852"/>
              <a:gd name="connsiteX3-167" fmla="*/ 0 w 5143513"/>
              <a:gd name="connsiteY3-168" fmla="*/ 1085852 h 1085852"/>
              <a:gd name="connsiteX4-169" fmla="*/ 0 w 5143513"/>
              <a:gd name="connsiteY4-170" fmla="*/ 0 h 108585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5143513" h="1085852">
                <a:moveTo>
                  <a:pt x="0" y="0"/>
                </a:moveTo>
                <a:lnTo>
                  <a:pt x="5143501" y="0"/>
                </a:lnTo>
                <a:cubicBezTo>
                  <a:pt x="5143505" y="165101"/>
                  <a:pt x="5143509" y="330201"/>
                  <a:pt x="5143513" y="495302"/>
                </a:cubicBezTo>
                <a:cubicBezTo>
                  <a:pt x="3244877" y="241312"/>
                  <a:pt x="1517656" y="254002"/>
                  <a:pt x="0" y="1085852"/>
                </a:cubicBezTo>
                <a:lnTo>
                  <a:pt x="0" y="0"/>
                </a:lnTo>
                <a:close/>
              </a:path>
            </a:pathLst>
          </a:custGeom>
          <a:pattFill prst="smCheck">
            <a:fgClr>
              <a:srgbClr val="2E75B6"/>
            </a:fgClr>
            <a:bgClr>
              <a:schemeClr val="accent1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等腰三角形 11"/>
          <p:cNvSpPr/>
          <p:nvPr userDrawn="1"/>
        </p:nvSpPr>
        <p:spPr>
          <a:xfrm rot="5400000">
            <a:off x="380568" y="206575"/>
            <a:ext cx="220599" cy="318760"/>
          </a:xfrm>
          <a:prstGeom prst="triangle">
            <a:avLst/>
          </a:prstGeom>
          <a:solidFill>
            <a:srgbClr val="FFC50D"/>
          </a:solidFill>
          <a:ln w="57150">
            <a:solidFill>
              <a:srgbClr val="1B43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905" b="6624"/>
          <a:stretch>
            <a:fillRect/>
          </a:stretch>
        </p:blipFill>
        <p:spPr>
          <a:xfrm flipH="1">
            <a:off x="0" y="0"/>
            <a:ext cx="9144000" cy="514349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7093-AEC8-4DB6-8157-BE20765A4B96}" type="datetimeFigureOut">
              <a:rPr lang="zh-CN" altLang="en-US" smtClean="0"/>
              <a:pPr/>
              <a:t>2025/3/19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FB50-5AA3-4336-A9AF-ECE0216A92C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7093-AEC8-4DB6-8157-BE20765A4B96}" type="datetimeFigureOut">
              <a:rPr lang="zh-CN" altLang="en-US" smtClean="0"/>
              <a:pPr/>
              <a:t>2025/3/19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FB50-5AA3-4336-A9AF-ECE0216A92C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7093-AEC8-4DB6-8157-BE20765A4B96}" type="datetimeFigureOut">
              <a:rPr lang="zh-CN" altLang="en-US" smtClean="0"/>
              <a:pPr/>
              <a:t>2025/3/19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FB50-5AA3-4336-A9AF-ECE0216A92C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905" b="6624"/>
          <a:stretch>
            <a:fillRect/>
          </a:stretch>
        </p:blipFill>
        <p:spPr>
          <a:xfrm flipH="1">
            <a:off x="0" y="0"/>
            <a:ext cx="9144000" cy="5143498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7093-AEC8-4DB6-8157-BE20765A4B96}" type="datetimeFigureOut">
              <a:rPr lang="zh-CN" altLang="en-US" smtClean="0"/>
              <a:pPr/>
              <a:t>2025/3/19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FB50-5AA3-4336-A9AF-ECE0216A92CA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6"/>
            <a:ext cx="9144000" cy="5143494"/>
          </a:xfrm>
          <a:prstGeom prst="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7093-AEC8-4DB6-8157-BE20765A4B96}" type="datetimeFigureOut">
              <a:rPr lang="zh-CN" altLang="en-US" smtClean="0"/>
              <a:pPr/>
              <a:t>2025/3/19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FB50-5AA3-4336-A9AF-ECE0216A92C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7093-AEC8-4DB6-8157-BE20765A4B96}" type="datetimeFigureOut">
              <a:rPr lang="zh-CN" altLang="en-US" smtClean="0"/>
              <a:pPr/>
              <a:t>2025/3/19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FB50-5AA3-4336-A9AF-ECE0216A92C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7093-AEC8-4DB6-8157-BE20765A4B96}" type="datetimeFigureOut">
              <a:rPr lang="zh-CN" altLang="en-US" smtClean="0"/>
              <a:pPr/>
              <a:t>2025/3/19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FB50-5AA3-4336-A9AF-ECE0216A92C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7093-AEC8-4DB6-8157-BE20765A4B96}" type="datetimeFigureOut">
              <a:rPr lang="zh-CN" altLang="en-US" smtClean="0"/>
              <a:pPr/>
              <a:t>2025/3/19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FB50-5AA3-4336-A9AF-ECE0216A92C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47093-AEC8-4DB6-8157-BE20765A4B96}" type="datetimeFigureOut">
              <a:rPr lang="zh-CN" altLang="en-US" smtClean="0"/>
              <a:pPr/>
              <a:t>2025/3/19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CFB50-5AA3-4336-A9AF-ECE0216A92C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447093-AEC8-4DB6-8157-BE20765A4B96}" type="datetimeFigureOut">
              <a:rPr lang="zh-CN" altLang="en-US" smtClean="0"/>
              <a:pPr/>
              <a:t>2025/3/19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CFB50-5AA3-4336-A9AF-ECE0216A92C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sh dir="u"/>
  </p:transition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file:///D:\PowerPoint&#27169;&#26495;\04-&#27605;&#19994;&#31572;&#36777;\MB-021-140522-&#34013;&#33394;&#28165;&#26032;&#25153;&#24179;&#21270;&#27605;&#19994;&#35770;&#25991;&#31572;&#36777;&#27169;&#26495;\MB-021-140522-&#34013;&#33394;&#28165;&#26032;&#25153;&#24179;&#21270;&#27605;&#19994;&#35770;&#25991;&#31572;&#36777;&#27169;&#26495;\BGM.mp3" TargetMode="External"/><Relationship Id="rId1" Type="http://schemas.microsoft.com/office/2007/relationships/media" Target="file:///D:\PowerPoint&#27169;&#26495;\04-&#27605;&#19994;&#31572;&#36777;\MB-021-140522-&#34013;&#33394;&#28165;&#26032;&#25153;&#24179;&#21270;&#27605;&#19994;&#35770;&#25991;&#31572;&#36777;&#27169;&#26495;\MB-021-140522-&#34013;&#33394;&#28165;&#26032;&#25153;&#24179;&#21270;&#27605;&#19994;&#35770;&#25991;&#31572;&#36777;&#27169;&#26495;\BGM.mp3" TargetMode="Externa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 11"/>
          <p:cNvSpPr/>
          <p:nvPr/>
        </p:nvSpPr>
        <p:spPr>
          <a:xfrm>
            <a:off x="0" y="1904997"/>
            <a:ext cx="9144000" cy="3238502"/>
          </a:xfrm>
          <a:custGeom>
            <a:avLst/>
            <a:gdLst>
              <a:gd name="connsiteX0" fmla="*/ 9144000 w 9144000"/>
              <a:gd name="connsiteY0" fmla="*/ 0 h 3238502"/>
              <a:gd name="connsiteX1" fmla="*/ 9144000 w 9144000"/>
              <a:gd name="connsiteY1" fmla="*/ 2120896 h 3238502"/>
              <a:gd name="connsiteX2" fmla="*/ 9144000 w 9144000"/>
              <a:gd name="connsiteY2" fmla="*/ 2990851 h 3238502"/>
              <a:gd name="connsiteX3" fmla="*/ 9144000 w 9144000"/>
              <a:gd name="connsiteY3" fmla="*/ 3238502 h 3238502"/>
              <a:gd name="connsiteX4" fmla="*/ 0 w 9144000"/>
              <a:gd name="connsiteY4" fmla="*/ 3238502 h 3238502"/>
              <a:gd name="connsiteX5" fmla="*/ 0 w 9144000"/>
              <a:gd name="connsiteY5" fmla="*/ 2990851 h 3238502"/>
              <a:gd name="connsiteX6" fmla="*/ 0 w 9144000"/>
              <a:gd name="connsiteY6" fmla="*/ 2120896 h 3238502"/>
              <a:gd name="connsiteX7" fmla="*/ 0 w 9144000"/>
              <a:gd name="connsiteY7" fmla="*/ 643166 h 3238502"/>
              <a:gd name="connsiteX8" fmla="*/ 1876425 w 9144000"/>
              <a:gd name="connsiteY8" fmla="*/ 1577316 h 3238502"/>
              <a:gd name="connsiteX9" fmla="*/ 9144000 w 9144000"/>
              <a:gd name="connsiteY9" fmla="*/ 0 h 3238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144000" h="3238502">
                <a:moveTo>
                  <a:pt x="9144000" y="0"/>
                </a:moveTo>
                <a:lnTo>
                  <a:pt x="9144000" y="2120896"/>
                </a:lnTo>
                <a:lnTo>
                  <a:pt x="9144000" y="2990851"/>
                </a:lnTo>
                <a:lnTo>
                  <a:pt x="9144000" y="3238502"/>
                </a:lnTo>
                <a:lnTo>
                  <a:pt x="0" y="3238502"/>
                </a:lnTo>
                <a:lnTo>
                  <a:pt x="0" y="2990851"/>
                </a:lnTo>
                <a:lnTo>
                  <a:pt x="0" y="2120896"/>
                </a:lnTo>
                <a:lnTo>
                  <a:pt x="0" y="643166"/>
                </a:lnTo>
                <a:cubicBezTo>
                  <a:pt x="711200" y="670351"/>
                  <a:pt x="1327150" y="1191285"/>
                  <a:pt x="1876425" y="1577316"/>
                </a:cubicBezTo>
                <a:cubicBezTo>
                  <a:pt x="3003550" y="783505"/>
                  <a:pt x="7092950" y="693631"/>
                  <a:pt x="9144000" y="0"/>
                </a:cubicBezTo>
                <a:close/>
              </a:path>
            </a:pathLst>
          </a:custGeom>
          <a:solidFill>
            <a:srgbClr val="FFC5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2466974"/>
            <a:ext cx="9144000" cy="2676526"/>
          </a:xfrm>
          <a:custGeom>
            <a:avLst/>
            <a:gdLst>
              <a:gd name="connsiteX0" fmla="*/ 0 w 9144000"/>
              <a:gd name="connsiteY0" fmla="*/ 0 h 2486025"/>
              <a:gd name="connsiteX1" fmla="*/ 9144000 w 9144000"/>
              <a:gd name="connsiteY1" fmla="*/ 0 h 2486025"/>
              <a:gd name="connsiteX2" fmla="*/ 9144000 w 9144000"/>
              <a:gd name="connsiteY2" fmla="*/ 2486025 h 2486025"/>
              <a:gd name="connsiteX3" fmla="*/ 0 w 9144000"/>
              <a:gd name="connsiteY3" fmla="*/ 2486025 h 2486025"/>
              <a:gd name="connsiteX4" fmla="*/ 0 w 9144000"/>
              <a:gd name="connsiteY4" fmla="*/ 0 h 2486025"/>
              <a:gd name="connsiteX0-1" fmla="*/ 0 w 9144000"/>
              <a:gd name="connsiteY0-2" fmla="*/ 9525 h 2495550"/>
              <a:gd name="connsiteX1-3" fmla="*/ 2438400 w 9144000"/>
              <a:gd name="connsiteY1-4" fmla="*/ 0 h 2495550"/>
              <a:gd name="connsiteX2-5" fmla="*/ 9144000 w 9144000"/>
              <a:gd name="connsiteY2-6" fmla="*/ 9525 h 2495550"/>
              <a:gd name="connsiteX3-7" fmla="*/ 9144000 w 9144000"/>
              <a:gd name="connsiteY3-8" fmla="*/ 2495550 h 2495550"/>
              <a:gd name="connsiteX4-9" fmla="*/ 0 w 9144000"/>
              <a:gd name="connsiteY4-10" fmla="*/ 2495550 h 2495550"/>
              <a:gd name="connsiteX5" fmla="*/ 0 w 9144000"/>
              <a:gd name="connsiteY5" fmla="*/ 9525 h 2495550"/>
              <a:gd name="connsiteX0-11" fmla="*/ 0 w 9144000"/>
              <a:gd name="connsiteY0-12" fmla="*/ 0 h 2486025"/>
              <a:gd name="connsiteX1-13" fmla="*/ 2533650 w 9144000"/>
              <a:gd name="connsiteY1-14" fmla="*/ 781050 h 2486025"/>
              <a:gd name="connsiteX2-15" fmla="*/ 9144000 w 9144000"/>
              <a:gd name="connsiteY2-16" fmla="*/ 0 h 2486025"/>
              <a:gd name="connsiteX3-17" fmla="*/ 9144000 w 9144000"/>
              <a:gd name="connsiteY3-18" fmla="*/ 2486025 h 2486025"/>
              <a:gd name="connsiteX4-19" fmla="*/ 0 w 9144000"/>
              <a:gd name="connsiteY4-20" fmla="*/ 2486025 h 2486025"/>
              <a:gd name="connsiteX5-21" fmla="*/ 0 w 9144000"/>
              <a:gd name="connsiteY5-22" fmla="*/ 0 h 2486025"/>
              <a:gd name="connsiteX0-23" fmla="*/ 0 w 9144000"/>
              <a:gd name="connsiteY0-24" fmla="*/ 0 h 2486025"/>
              <a:gd name="connsiteX1-25" fmla="*/ 2533650 w 9144000"/>
              <a:gd name="connsiteY1-26" fmla="*/ 781050 h 2486025"/>
              <a:gd name="connsiteX2-27" fmla="*/ 9144000 w 9144000"/>
              <a:gd name="connsiteY2-28" fmla="*/ 0 h 2486025"/>
              <a:gd name="connsiteX3-29" fmla="*/ 9144000 w 9144000"/>
              <a:gd name="connsiteY3-30" fmla="*/ 2486025 h 2486025"/>
              <a:gd name="connsiteX4-31" fmla="*/ 0 w 9144000"/>
              <a:gd name="connsiteY4-32" fmla="*/ 2486025 h 2486025"/>
              <a:gd name="connsiteX5-33" fmla="*/ 0 w 9144000"/>
              <a:gd name="connsiteY5-34" fmla="*/ 0 h 2486025"/>
              <a:gd name="connsiteX0-35" fmla="*/ 0 w 9144000"/>
              <a:gd name="connsiteY0-36" fmla="*/ 0 h 2486025"/>
              <a:gd name="connsiteX1-37" fmla="*/ 2533650 w 9144000"/>
              <a:gd name="connsiteY1-38" fmla="*/ 781050 h 2486025"/>
              <a:gd name="connsiteX2-39" fmla="*/ 9144000 w 9144000"/>
              <a:gd name="connsiteY2-40" fmla="*/ 0 h 2486025"/>
              <a:gd name="connsiteX3-41" fmla="*/ 9144000 w 9144000"/>
              <a:gd name="connsiteY3-42" fmla="*/ 2486025 h 2486025"/>
              <a:gd name="connsiteX4-43" fmla="*/ 0 w 9144000"/>
              <a:gd name="connsiteY4-44" fmla="*/ 2486025 h 2486025"/>
              <a:gd name="connsiteX5-45" fmla="*/ 0 w 9144000"/>
              <a:gd name="connsiteY5-46" fmla="*/ 0 h 2486025"/>
              <a:gd name="connsiteX0-47" fmla="*/ 0 w 9144000"/>
              <a:gd name="connsiteY0-48" fmla="*/ 0 h 2486025"/>
              <a:gd name="connsiteX1-49" fmla="*/ 2533650 w 9144000"/>
              <a:gd name="connsiteY1-50" fmla="*/ 781050 h 2486025"/>
              <a:gd name="connsiteX2-51" fmla="*/ 9144000 w 9144000"/>
              <a:gd name="connsiteY2-52" fmla="*/ 0 h 2486025"/>
              <a:gd name="connsiteX3-53" fmla="*/ 9144000 w 9144000"/>
              <a:gd name="connsiteY3-54" fmla="*/ 2486025 h 2486025"/>
              <a:gd name="connsiteX4-55" fmla="*/ 0 w 9144000"/>
              <a:gd name="connsiteY4-56" fmla="*/ 2486025 h 2486025"/>
              <a:gd name="connsiteX5-57" fmla="*/ 0 w 9144000"/>
              <a:gd name="connsiteY5-58" fmla="*/ 0 h 2486025"/>
              <a:gd name="connsiteX0-59" fmla="*/ 0 w 9144000"/>
              <a:gd name="connsiteY0-60" fmla="*/ 10385 h 2496410"/>
              <a:gd name="connsiteX1-61" fmla="*/ 2533650 w 9144000"/>
              <a:gd name="connsiteY1-62" fmla="*/ 791435 h 2496410"/>
              <a:gd name="connsiteX2-63" fmla="*/ 9144000 w 9144000"/>
              <a:gd name="connsiteY2-64" fmla="*/ 10385 h 2496410"/>
              <a:gd name="connsiteX3-65" fmla="*/ 9144000 w 9144000"/>
              <a:gd name="connsiteY3-66" fmla="*/ 2496410 h 2496410"/>
              <a:gd name="connsiteX4-67" fmla="*/ 0 w 9144000"/>
              <a:gd name="connsiteY4-68" fmla="*/ 2496410 h 2496410"/>
              <a:gd name="connsiteX5-69" fmla="*/ 0 w 9144000"/>
              <a:gd name="connsiteY5-70" fmla="*/ 10385 h 2496410"/>
              <a:gd name="connsiteX0-71" fmla="*/ 0 w 9144000"/>
              <a:gd name="connsiteY0-72" fmla="*/ 36523 h 2522548"/>
              <a:gd name="connsiteX1-73" fmla="*/ 2533650 w 9144000"/>
              <a:gd name="connsiteY1-74" fmla="*/ 817573 h 2522548"/>
              <a:gd name="connsiteX2-75" fmla="*/ 9144000 w 9144000"/>
              <a:gd name="connsiteY2-76" fmla="*/ 36523 h 2522548"/>
              <a:gd name="connsiteX3-77" fmla="*/ 9144000 w 9144000"/>
              <a:gd name="connsiteY3-78" fmla="*/ 2522548 h 2522548"/>
              <a:gd name="connsiteX4-79" fmla="*/ 0 w 9144000"/>
              <a:gd name="connsiteY4-80" fmla="*/ 2522548 h 2522548"/>
              <a:gd name="connsiteX5-81" fmla="*/ 0 w 9144000"/>
              <a:gd name="connsiteY5-82" fmla="*/ 36523 h 2522548"/>
              <a:gd name="connsiteX0-83" fmla="*/ 0 w 9144000"/>
              <a:gd name="connsiteY0-84" fmla="*/ 503092 h 2989117"/>
              <a:gd name="connsiteX1-85" fmla="*/ 2533650 w 9144000"/>
              <a:gd name="connsiteY1-86" fmla="*/ 1284142 h 2989117"/>
              <a:gd name="connsiteX2-87" fmla="*/ 9144000 w 9144000"/>
              <a:gd name="connsiteY2-88" fmla="*/ 7792 h 2989117"/>
              <a:gd name="connsiteX3-89" fmla="*/ 9144000 w 9144000"/>
              <a:gd name="connsiteY3-90" fmla="*/ 2989117 h 2989117"/>
              <a:gd name="connsiteX4-91" fmla="*/ 0 w 9144000"/>
              <a:gd name="connsiteY4-92" fmla="*/ 2989117 h 2989117"/>
              <a:gd name="connsiteX5-93" fmla="*/ 0 w 9144000"/>
              <a:gd name="connsiteY5-94" fmla="*/ 503092 h 2989117"/>
              <a:gd name="connsiteX0-95" fmla="*/ 0 w 9144000"/>
              <a:gd name="connsiteY0-96" fmla="*/ 496452 h 2982477"/>
              <a:gd name="connsiteX1-97" fmla="*/ 2533650 w 9144000"/>
              <a:gd name="connsiteY1-98" fmla="*/ 1277502 h 2982477"/>
              <a:gd name="connsiteX2-99" fmla="*/ 9144000 w 9144000"/>
              <a:gd name="connsiteY2-100" fmla="*/ 1152 h 2982477"/>
              <a:gd name="connsiteX3-101" fmla="*/ 9144000 w 9144000"/>
              <a:gd name="connsiteY3-102" fmla="*/ 2982477 h 2982477"/>
              <a:gd name="connsiteX4-103" fmla="*/ 0 w 9144000"/>
              <a:gd name="connsiteY4-104" fmla="*/ 2982477 h 2982477"/>
              <a:gd name="connsiteX5-105" fmla="*/ 0 w 9144000"/>
              <a:gd name="connsiteY5-106" fmla="*/ 496452 h 2982477"/>
              <a:gd name="connsiteX0-107" fmla="*/ 0 w 9144000"/>
              <a:gd name="connsiteY0-108" fmla="*/ 496428 h 2982453"/>
              <a:gd name="connsiteX1-109" fmla="*/ 2533650 w 9144000"/>
              <a:gd name="connsiteY1-110" fmla="*/ 1277478 h 2982453"/>
              <a:gd name="connsiteX2-111" fmla="*/ 9144000 w 9144000"/>
              <a:gd name="connsiteY2-112" fmla="*/ 1128 h 2982453"/>
              <a:gd name="connsiteX3-113" fmla="*/ 9144000 w 9144000"/>
              <a:gd name="connsiteY3-114" fmla="*/ 2982453 h 2982453"/>
              <a:gd name="connsiteX4-115" fmla="*/ 0 w 9144000"/>
              <a:gd name="connsiteY4-116" fmla="*/ 2982453 h 2982453"/>
              <a:gd name="connsiteX5-117" fmla="*/ 0 w 9144000"/>
              <a:gd name="connsiteY5-118" fmla="*/ 496428 h 2982453"/>
              <a:gd name="connsiteX0-119" fmla="*/ 0 w 9144000"/>
              <a:gd name="connsiteY0-120" fmla="*/ 496428 h 2982453"/>
              <a:gd name="connsiteX1-121" fmla="*/ 2533650 w 9144000"/>
              <a:gd name="connsiteY1-122" fmla="*/ 1277478 h 2982453"/>
              <a:gd name="connsiteX2-123" fmla="*/ 9144000 w 9144000"/>
              <a:gd name="connsiteY2-124" fmla="*/ 1128 h 2982453"/>
              <a:gd name="connsiteX3-125" fmla="*/ 9144000 w 9144000"/>
              <a:gd name="connsiteY3-126" fmla="*/ 2982453 h 2982453"/>
              <a:gd name="connsiteX4-127" fmla="*/ 0 w 9144000"/>
              <a:gd name="connsiteY4-128" fmla="*/ 2982453 h 2982453"/>
              <a:gd name="connsiteX5-129" fmla="*/ 0 w 9144000"/>
              <a:gd name="connsiteY5-130" fmla="*/ 496428 h 2982453"/>
              <a:gd name="connsiteX0-131" fmla="*/ 0 w 9144000"/>
              <a:gd name="connsiteY0-132" fmla="*/ 496428 h 2982453"/>
              <a:gd name="connsiteX1-133" fmla="*/ 2533650 w 9144000"/>
              <a:gd name="connsiteY1-134" fmla="*/ 1277478 h 2982453"/>
              <a:gd name="connsiteX2-135" fmla="*/ 9144000 w 9144000"/>
              <a:gd name="connsiteY2-136" fmla="*/ 1128 h 2982453"/>
              <a:gd name="connsiteX3-137" fmla="*/ 9144000 w 9144000"/>
              <a:gd name="connsiteY3-138" fmla="*/ 2982453 h 2982453"/>
              <a:gd name="connsiteX4-139" fmla="*/ 0 w 9144000"/>
              <a:gd name="connsiteY4-140" fmla="*/ 2982453 h 2982453"/>
              <a:gd name="connsiteX5-141" fmla="*/ 0 w 9144000"/>
              <a:gd name="connsiteY5-142" fmla="*/ 496428 h 2982453"/>
              <a:gd name="connsiteX0-143" fmla="*/ 0 w 9144000"/>
              <a:gd name="connsiteY0-144" fmla="*/ 496428 h 2982453"/>
              <a:gd name="connsiteX1-145" fmla="*/ 2533650 w 9144000"/>
              <a:gd name="connsiteY1-146" fmla="*/ 1277478 h 2982453"/>
              <a:gd name="connsiteX2-147" fmla="*/ 9144000 w 9144000"/>
              <a:gd name="connsiteY2-148" fmla="*/ 1128 h 2982453"/>
              <a:gd name="connsiteX3-149" fmla="*/ 9144000 w 9144000"/>
              <a:gd name="connsiteY3-150" fmla="*/ 2982453 h 2982453"/>
              <a:gd name="connsiteX4-151" fmla="*/ 0 w 9144000"/>
              <a:gd name="connsiteY4-152" fmla="*/ 2982453 h 2982453"/>
              <a:gd name="connsiteX5-153" fmla="*/ 0 w 9144000"/>
              <a:gd name="connsiteY5-154" fmla="*/ 496428 h 2982453"/>
              <a:gd name="connsiteX0-155" fmla="*/ 0 w 9144000"/>
              <a:gd name="connsiteY0-156" fmla="*/ 496428 h 2982453"/>
              <a:gd name="connsiteX1-157" fmla="*/ 2533650 w 9144000"/>
              <a:gd name="connsiteY1-158" fmla="*/ 1277478 h 2982453"/>
              <a:gd name="connsiteX2-159" fmla="*/ 9144000 w 9144000"/>
              <a:gd name="connsiteY2-160" fmla="*/ 1128 h 2982453"/>
              <a:gd name="connsiteX3-161" fmla="*/ 9144000 w 9144000"/>
              <a:gd name="connsiteY3-162" fmla="*/ 2982453 h 2982453"/>
              <a:gd name="connsiteX4-163" fmla="*/ 0 w 9144000"/>
              <a:gd name="connsiteY4-164" fmla="*/ 2982453 h 2982453"/>
              <a:gd name="connsiteX5-165" fmla="*/ 0 w 9144000"/>
              <a:gd name="connsiteY5-166" fmla="*/ 496428 h 2982453"/>
              <a:gd name="connsiteX0-167" fmla="*/ 0 w 9144000"/>
              <a:gd name="connsiteY0-168" fmla="*/ 496428 h 2982453"/>
              <a:gd name="connsiteX1-169" fmla="*/ 2533650 w 9144000"/>
              <a:gd name="connsiteY1-170" fmla="*/ 1277478 h 2982453"/>
              <a:gd name="connsiteX2-171" fmla="*/ 9144000 w 9144000"/>
              <a:gd name="connsiteY2-172" fmla="*/ 1128 h 2982453"/>
              <a:gd name="connsiteX3-173" fmla="*/ 9144000 w 9144000"/>
              <a:gd name="connsiteY3-174" fmla="*/ 2982453 h 2982453"/>
              <a:gd name="connsiteX4-175" fmla="*/ 0 w 9144000"/>
              <a:gd name="connsiteY4-176" fmla="*/ 2982453 h 2982453"/>
              <a:gd name="connsiteX5-177" fmla="*/ 0 w 9144000"/>
              <a:gd name="connsiteY5-178" fmla="*/ 496428 h 2982453"/>
              <a:gd name="connsiteX0-179" fmla="*/ 0 w 9144000"/>
              <a:gd name="connsiteY0-180" fmla="*/ 496428 h 2982453"/>
              <a:gd name="connsiteX1-181" fmla="*/ 2533650 w 9144000"/>
              <a:gd name="connsiteY1-182" fmla="*/ 1277478 h 2982453"/>
              <a:gd name="connsiteX2-183" fmla="*/ 9144000 w 9144000"/>
              <a:gd name="connsiteY2-184" fmla="*/ 1128 h 2982453"/>
              <a:gd name="connsiteX3-185" fmla="*/ 9144000 w 9144000"/>
              <a:gd name="connsiteY3-186" fmla="*/ 2982453 h 2982453"/>
              <a:gd name="connsiteX4-187" fmla="*/ 0 w 9144000"/>
              <a:gd name="connsiteY4-188" fmla="*/ 2982453 h 2982453"/>
              <a:gd name="connsiteX5-189" fmla="*/ 0 w 9144000"/>
              <a:gd name="connsiteY5-190" fmla="*/ 496428 h 2982453"/>
              <a:gd name="connsiteX0-191" fmla="*/ 0 w 9144000"/>
              <a:gd name="connsiteY0-192" fmla="*/ 496099 h 2982124"/>
              <a:gd name="connsiteX1-193" fmla="*/ 2533650 w 9144000"/>
              <a:gd name="connsiteY1-194" fmla="*/ 1277149 h 2982124"/>
              <a:gd name="connsiteX2-195" fmla="*/ 9144000 w 9144000"/>
              <a:gd name="connsiteY2-196" fmla="*/ 799 h 2982124"/>
              <a:gd name="connsiteX3-197" fmla="*/ 9144000 w 9144000"/>
              <a:gd name="connsiteY3-198" fmla="*/ 2982124 h 2982124"/>
              <a:gd name="connsiteX4-199" fmla="*/ 0 w 9144000"/>
              <a:gd name="connsiteY4-200" fmla="*/ 2982124 h 2982124"/>
              <a:gd name="connsiteX5-201" fmla="*/ 0 w 9144000"/>
              <a:gd name="connsiteY5-202" fmla="*/ 496099 h 2982124"/>
              <a:gd name="connsiteX0-203" fmla="*/ 0 w 9144000"/>
              <a:gd name="connsiteY0-204" fmla="*/ 496099 h 2982124"/>
              <a:gd name="connsiteX1-205" fmla="*/ 2105025 w 9144000"/>
              <a:gd name="connsiteY1-206" fmla="*/ 1277149 h 2982124"/>
              <a:gd name="connsiteX2-207" fmla="*/ 9144000 w 9144000"/>
              <a:gd name="connsiteY2-208" fmla="*/ 799 h 2982124"/>
              <a:gd name="connsiteX3-209" fmla="*/ 9144000 w 9144000"/>
              <a:gd name="connsiteY3-210" fmla="*/ 2982124 h 2982124"/>
              <a:gd name="connsiteX4-211" fmla="*/ 0 w 9144000"/>
              <a:gd name="connsiteY4-212" fmla="*/ 2982124 h 2982124"/>
              <a:gd name="connsiteX5-213" fmla="*/ 0 w 9144000"/>
              <a:gd name="connsiteY5-214" fmla="*/ 496099 h 2982124"/>
              <a:gd name="connsiteX0-215" fmla="*/ 0 w 9144000"/>
              <a:gd name="connsiteY0-216" fmla="*/ 496099 h 2982124"/>
              <a:gd name="connsiteX1-217" fmla="*/ 2105025 w 9144000"/>
              <a:gd name="connsiteY1-218" fmla="*/ 1277149 h 2982124"/>
              <a:gd name="connsiteX2-219" fmla="*/ 9144000 w 9144000"/>
              <a:gd name="connsiteY2-220" fmla="*/ 799 h 2982124"/>
              <a:gd name="connsiteX3-221" fmla="*/ 9144000 w 9144000"/>
              <a:gd name="connsiteY3-222" fmla="*/ 2982124 h 2982124"/>
              <a:gd name="connsiteX4-223" fmla="*/ 0 w 9144000"/>
              <a:gd name="connsiteY4-224" fmla="*/ 2982124 h 2982124"/>
              <a:gd name="connsiteX5-225" fmla="*/ 0 w 9144000"/>
              <a:gd name="connsiteY5-226" fmla="*/ 496099 h 2982124"/>
              <a:gd name="connsiteX0-227" fmla="*/ 0 w 9144000"/>
              <a:gd name="connsiteY0-228" fmla="*/ 496099 h 2982124"/>
              <a:gd name="connsiteX1-229" fmla="*/ 2105025 w 9144000"/>
              <a:gd name="connsiteY1-230" fmla="*/ 1277149 h 2982124"/>
              <a:gd name="connsiteX2-231" fmla="*/ 9144000 w 9144000"/>
              <a:gd name="connsiteY2-232" fmla="*/ 799 h 2982124"/>
              <a:gd name="connsiteX3-233" fmla="*/ 9144000 w 9144000"/>
              <a:gd name="connsiteY3-234" fmla="*/ 2982124 h 2982124"/>
              <a:gd name="connsiteX4-235" fmla="*/ 0 w 9144000"/>
              <a:gd name="connsiteY4-236" fmla="*/ 2982124 h 2982124"/>
              <a:gd name="connsiteX5-237" fmla="*/ 0 w 9144000"/>
              <a:gd name="connsiteY5-238" fmla="*/ 496099 h 2982124"/>
              <a:gd name="connsiteX0-239" fmla="*/ 0 w 9144000"/>
              <a:gd name="connsiteY0-240" fmla="*/ 496180 h 2982205"/>
              <a:gd name="connsiteX1-241" fmla="*/ 1876425 w 9144000"/>
              <a:gd name="connsiteY1-242" fmla="*/ 1220080 h 2982205"/>
              <a:gd name="connsiteX2-243" fmla="*/ 9144000 w 9144000"/>
              <a:gd name="connsiteY2-244" fmla="*/ 880 h 2982205"/>
              <a:gd name="connsiteX3-245" fmla="*/ 9144000 w 9144000"/>
              <a:gd name="connsiteY3-246" fmla="*/ 2982205 h 2982205"/>
              <a:gd name="connsiteX4-247" fmla="*/ 0 w 9144000"/>
              <a:gd name="connsiteY4-248" fmla="*/ 2982205 h 2982205"/>
              <a:gd name="connsiteX5-249" fmla="*/ 0 w 9144000"/>
              <a:gd name="connsiteY5-250" fmla="*/ 496180 h 2982205"/>
              <a:gd name="connsiteX0-251" fmla="*/ 0 w 9144000"/>
              <a:gd name="connsiteY0-252" fmla="*/ 496180 h 2982205"/>
              <a:gd name="connsiteX1-253" fmla="*/ 1876425 w 9144000"/>
              <a:gd name="connsiteY1-254" fmla="*/ 1220080 h 2982205"/>
              <a:gd name="connsiteX2-255" fmla="*/ 9144000 w 9144000"/>
              <a:gd name="connsiteY2-256" fmla="*/ 880 h 2982205"/>
              <a:gd name="connsiteX3-257" fmla="*/ 9144000 w 9144000"/>
              <a:gd name="connsiteY3-258" fmla="*/ 2982205 h 2982205"/>
              <a:gd name="connsiteX4-259" fmla="*/ 0 w 9144000"/>
              <a:gd name="connsiteY4-260" fmla="*/ 2982205 h 2982205"/>
              <a:gd name="connsiteX5-261" fmla="*/ 0 w 9144000"/>
              <a:gd name="connsiteY5-262" fmla="*/ 496180 h 2982205"/>
              <a:gd name="connsiteX0-263" fmla="*/ 0 w 9144000"/>
              <a:gd name="connsiteY0-264" fmla="*/ 496180 h 2982205"/>
              <a:gd name="connsiteX1-265" fmla="*/ 1876425 w 9144000"/>
              <a:gd name="connsiteY1-266" fmla="*/ 1220080 h 2982205"/>
              <a:gd name="connsiteX2-267" fmla="*/ 9144000 w 9144000"/>
              <a:gd name="connsiteY2-268" fmla="*/ 880 h 2982205"/>
              <a:gd name="connsiteX3-269" fmla="*/ 9144000 w 9144000"/>
              <a:gd name="connsiteY3-270" fmla="*/ 2982205 h 2982205"/>
              <a:gd name="connsiteX4-271" fmla="*/ 0 w 9144000"/>
              <a:gd name="connsiteY4-272" fmla="*/ 2982205 h 2982205"/>
              <a:gd name="connsiteX5-273" fmla="*/ 0 w 9144000"/>
              <a:gd name="connsiteY5-274" fmla="*/ 496180 h 2982205"/>
              <a:gd name="connsiteX0-275" fmla="*/ 0 w 9144000"/>
              <a:gd name="connsiteY0-276" fmla="*/ 495300 h 2981325"/>
              <a:gd name="connsiteX1-277" fmla="*/ 1876425 w 9144000"/>
              <a:gd name="connsiteY1-278" fmla="*/ 1219200 h 2981325"/>
              <a:gd name="connsiteX2-279" fmla="*/ 9144000 w 9144000"/>
              <a:gd name="connsiteY2-280" fmla="*/ 0 h 2981325"/>
              <a:gd name="connsiteX3-281" fmla="*/ 9144000 w 9144000"/>
              <a:gd name="connsiteY3-282" fmla="*/ 2981325 h 2981325"/>
              <a:gd name="connsiteX4-283" fmla="*/ 0 w 9144000"/>
              <a:gd name="connsiteY4-284" fmla="*/ 2981325 h 2981325"/>
              <a:gd name="connsiteX5-285" fmla="*/ 0 w 9144000"/>
              <a:gd name="connsiteY5-286" fmla="*/ 495300 h 2981325"/>
              <a:gd name="connsiteX0-287" fmla="*/ 0 w 9144000"/>
              <a:gd name="connsiteY0-288" fmla="*/ 495300 h 2981325"/>
              <a:gd name="connsiteX1-289" fmla="*/ 1876425 w 9144000"/>
              <a:gd name="connsiteY1-290" fmla="*/ 1219200 h 2981325"/>
              <a:gd name="connsiteX2-291" fmla="*/ 9144000 w 9144000"/>
              <a:gd name="connsiteY2-292" fmla="*/ 0 h 2981325"/>
              <a:gd name="connsiteX3-293" fmla="*/ 9144000 w 9144000"/>
              <a:gd name="connsiteY3-294" fmla="*/ 2981325 h 2981325"/>
              <a:gd name="connsiteX4-295" fmla="*/ 0 w 9144000"/>
              <a:gd name="connsiteY4-296" fmla="*/ 2981325 h 2981325"/>
              <a:gd name="connsiteX5-297" fmla="*/ 0 w 9144000"/>
              <a:gd name="connsiteY5-298" fmla="*/ 495300 h 2981325"/>
              <a:gd name="connsiteX0-299" fmla="*/ 0 w 9144000"/>
              <a:gd name="connsiteY0-300" fmla="*/ 495300 h 2981325"/>
              <a:gd name="connsiteX1-301" fmla="*/ 1876425 w 9144000"/>
              <a:gd name="connsiteY1-302" fmla="*/ 1219200 h 2981325"/>
              <a:gd name="connsiteX2-303" fmla="*/ 9144000 w 9144000"/>
              <a:gd name="connsiteY2-304" fmla="*/ 0 h 2981325"/>
              <a:gd name="connsiteX3-305" fmla="*/ 9144000 w 9144000"/>
              <a:gd name="connsiteY3-306" fmla="*/ 2981325 h 2981325"/>
              <a:gd name="connsiteX4-307" fmla="*/ 0 w 9144000"/>
              <a:gd name="connsiteY4-308" fmla="*/ 2981325 h 2981325"/>
              <a:gd name="connsiteX5-309" fmla="*/ 0 w 9144000"/>
              <a:gd name="connsiteY5-310" fmla="*/ 495300 h 2981325"/>
              <a:gd name="connsiteX0-311" fmla="*/ 0 w 9144000"/>
              <a:gd name="connsiteY0-312" fmla="*/ 495300 h 2981325"/>
              <a:gd name="connsiteX1-313" fmla="*/ 1876425 w 9144000"/>
              <a:gd name="connsiteY1-314" fmla="*/ 1219200 h 2981325"/>
              <a:gd name="connsiteX2-315" fmla="*/ 9144000 w 9144000"/>
              <a:gd name="connsiteY2-316" fmla="*/ 0 h 2981325"/>
              <a:gd name="connsiteX3-317" fmla="*/ 9144000 w 9144000"/>
              <a:gd name="connsiteY3-318" fmla="*/ 2981325 h 2981325"/>
              <a:gd name="connsiteX4-319" fmla="*/ 0 w 9144000"/>
              <a:gd name="connsiteY4-320" fmla="*/ 2981325 h 2981325"/>
              <a:gd name="connsiteX5-321" fmla="*/ 0 w 9144000"/>
              <a:gd name="connsiteY5-322" fmla="*/ 495300 h 2981325"/>
              <a:gd name="connsiteX0-323" fmla="*/ 0 w 9144000"/>
              <a:gd name="connsiteY0-324" fmla="*/ 495300 h 2981325"/>
              <a:gd name="connsiteX1-325" fmla="*/ 1876425 w 9144000"/>
              <a:gd name="connsiteY1-326" fmla="*/ 1219200 h 2981325"/>
              <a:gd name="connsiteX2-327" fmla="*/ 9144000 w 9144000"/>
              <a:gd name="connsiteY2-328" fmla="*/ 0 h 2981325"/>
              <a:gd name="connsiteX3-329" fmla="*/ 9144000 w 9144000"/>
              <a:gd name="connsiteY3-330" fmla="*/ 2981325 h 2981325"/>
              <a:gd name="connsiteX4-331" fmla="*/ 0 w 9144000"/>
              <a:gd name="connsiteY4-332" fmla="*/ 2981325 h 2981325"/>
              <a:gd name="connsiteX5-333" fmla="*/ 0 w 9144000"/>
              <a:gd name="connsiteY5-334" fmla="*/ 495300 h 2981325"/>
              <a:gd name="connsiteX0-335" fmla="*/ 0 w 9144000"/>
              <a:gd name="connsiteY0-336" fmla="*/ 639916 h 3125941"/>
              <a:gd name="connsiteX1-337" fmla="*/ 1876425 w 9144000"/>
              <a:gd name="connsiteY1-338" fmla="*/ 1363816 h 3125941"/>
              <a:gd name="connsiteX2-339" fmla="*/ 9134475 w 9144000"/>
              <a:gd name="connsiteY2-340" fmla="*/ 0 h 3125941"/>
              <a:gd name="connsiteX3-341" fmla="*/ 9144000 w 9144000"/>
              <a:gd name="connsiteY3-342" fmla="*/ 3125941 h 3125941"/>
              <a:gd name="connsiteX4-343" fmla="*/ 0 w 9144000"/>
              <a:gd name="connsiteY4-344" fmla="*/ 3125941 h 3125941"/>
              <a:gd name="connsiteX5-345" fmla="*/ 0 w 9144000"/>
              <a:gd name="connsiteY5-346" fmla="*/ 639916 h 3125941"/>
              <a:gd name="connsiteX0-347" fmla="*/ 0 w 9144000"/>
              <a:gd name="connsiteY0-348" fmla="*/ 639916 h 3125941"/>
              <a:gd name="connsiteX1-349" fmla="*/ 1876425 w 9144000"/>
              <a:gd name="connsiteY1-350" fmla="*/ 1363816 h 3125941"/>
              <a:gd name="connsiteX2-351" fmla="*/ 9144000 w 9144000"/>
              <a:gd name="connsiteY2-352" fmla="*/ 0 h 3125941"/>
              <a:gd name="connsiteX3-353" fmla="*/ 9144000 w 9144000"/>
              <a:gd name="connsiteY3-354" fmla="*/ 3125941 h 3125941"/>
              <a:gd name="connsiteX4-355" fmla="*/ 0 w 9144000"/>
              <a:gd name="connsiteY4-356" fmla="*/ 3125941 h 3125941"/>
              <a:gd name="connsiteX5-357" fmla="*/ 0 w 9144000"/>
              <a:gd name="connsiteY5-358" fmla="*/ 639916 h 312594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9144000" h="3125941">
                <a:moveTo>
                  <a:pt x="0" y="639916"/>
                </a:moveTo>
                <a:cubicBezTo>
                  <a:pt x="711200" y="671666"/>
                  <a:pt x="1327150" y="912966"/>
                  <a:pt x="1876425" y="1363816"/>
                </a:cubicBezTo>
                <a:cubicBezTo>
                  <a:pt x="3003550" y="436716"/>
                  <a:pt x="7226300" y="365125"/>
                  <a:pt x="9144000" y="0"/>
                </a:cubicBezTo>
                <a:lnTo>
                  <a:pt x="9144000" y="3125941"/>
                </a:lnTo>
                <a:lnTo>
                  <a:pt x="0" y="3125941"/>
                </a:lnTo>
                <a:lnTo>
                  <a:pt x="0" y="63991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>
            <a:off x="0" y="2781300"/>
            <a:ext cx="9144000" cy="2362199"/>
          </a:xfrm>
          <a:custGeom>
            <a:avLst/>
            <a:gdLst>
              <a:gd name="connsiteX0" fmla="*/ 9144000 w 9144000"/>
              <a:gd name="connsiteY0" fmla="*/ 0 h 2235210"/>
              <a:gd name="connsiteX1" fmla="*/ 9144000 w 9144000"/>
              <a:gd name="connsiteY1" fmla="*/ 2235210 h 2235210"/>
              <a:gd name="connsiteX2" fmla="*/ 0 w 9144000"/>
              <a:gd name="connsiteY2" fmla="*/ 2235210 h 2235210"/>
              <a:gd name="connsiteX3" fmla="*/ 0 w 9144000"/>
              <a:gd name="connsiteY3" fmla="*/ 338366 h 2235210"/>
              <a:gd name="connsiteX4" fmla="*/ 1876425 w 9144000"/>
              <a:gd name="connsiteY4" fmla="*/ 862941 h 2235210"/>
              <a:gd name="connsiteX5" fmla="*/ 9144000 w 9144000"/>
              <a:gd name="connsiteY5" fmla="*/ 0 h 2235210"/>
              <a:gd name="connsiteX0-1" fmla="*/ 9144000 w 9144000"/>
              <a:gd name="connsiteY0-2" fmla="*/ 0 h 2301885"/>
              <a:gd name="connsiteX1-3" fmla="*/ 9144000 w 9144000"/>
              <a:gd name="connsiteY1-4" fmla="*/ 2301885 h 2301885"/>
              <a:gd name="connsiteX2-5" fmla="*/ 0 w 9144000"/>
              <a:gd name="connsiteY2-6" fmla="*/ 2301885 h 2301885"/>
              <a:gd name="connsiteX3-7" fmla="*/ 0 w 9144000"/>
              <a:gd name="connsiteY3-8" fmla="*/ 405041 h 2301885"/>
              <a:gd name="connsiteX4-9" fmla="*/ 1876425 w 9144000"/>
              <a:gd name="connsiteY4-10" fmla="*/ 929616 h 2301885"/>
              <a:gd name="connsiteX5-11" fmla="*/ 9144000 w 9144000"/>
              <a:gd name="connsiteY5-12" fmla="*/ 0 h 230188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9144000" h="2301885">
                <a:moveTo>
                  <a:pt x="9144000" y="0"/>
                </a:moveTo>
                <a:lnTo>
                  <a:pt x="9144000" y="2301885"/>
                </a:lnTo>
                <a:lnTo>
                  <a:pt x="0" y="2301885"/>
                </a:lnTo>
                <a:lnTo>
                  <a:pt x="0" y="405041"/>
                </a:lnTo>
                <a:cubicBezTo>
                  <a:pt x="711200" y="432226"/>
                  <a:pt x="1327150" y="543584"/>
                  <a:pt x="1876425" y="929616"/>
                </a:cubicBezTo>
                <a:cubicBezTo>
                  <a:pt x="3003550" y="135805"/>
                  <a:pt x="7226300" y="312631"/>
                  <a:pt x="9144000" y="0"/>
                </a:cubicBezTo>
                <a:close/>
              </a:path>
            </a:pathLst>
          </a:custGeom>
          <a:solidFill>
            <a:srgbClr val="1B43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/>
        </p:nvSpPr>
        <p:spPr>
          <a:xfrm>
            <a:off x="0" y="2943225"/>
            <a:ext cx="9144000" cy="2200275"/>
          </a:xfrm>
          <a:custGeom>
            <a:avLst/>
            <a:gdLst>
              <a:gd name="connsiteX0" fmla="*/ 9144000 w 9144000"/>
              <a:gd name="connsiteY0" fmla="*/ 0 h 2235210"/>
              <a:gd name="connsiteX1" fmla="*/ 9144000 w 9144000"/>
              <a:gd name="connsiteY1" fmla="*/ 2235210 h 2235210"/>
              <a:gd name="connsiteX2" fmla="*/ 0 w 9144000"/>
              <a:gd name="connsiteY2" fmla="*/ 2235210 h 2235210"/>
              <a:gd name="connsiteX3" fmla="*/ 0 w 9144000"/>
              <a:gd name="connsiteY3" fmla="*/ 338366 h 2235210"/>
              <a:gd name="connsiteX4" fmla="*/ 1876425 w 9144000"/>
              <a:gd name="connsiteY4" fmla="*/ 862941 h 2235210"/>
              <a:gd name="connsiteX5" fmla="*/ 9144000 w 9144000"/>
              <a:gd name="connsiteY5" fmla="*/ 0 h 2235210"/>
              <a:gd name="connsiteX0-1" fmla="*/ 9144000 w 9144000"/>
              <a:gd name="connsiteY0-2" fmla="*/ 0 h 2301885"/>
              <a:gd name="connsiteX1-3" fmla="*/ 9144000 w 9144000"/>
              <a:gd name="connsiteY1-4" fmla="*/ 2301885 h 2301885"/>
              <a:gd name="connsiteX2-5" fmla="*/ 0 w 9144000"/>
              <a:gd name="connsiteY2-6" fmla="*/ 2301885 h 2301885"/>
              <a:gd name="connsiteX3-7" fmla="*/ 0 w 9144000"/>
              <a:gd name="connsiteY3-8" fmla="*/ 405041 h 2301885"/>
              <a:gd name="connsiteX4-9" fmla="*/ 1876425 w 9144000"/>
              <a:gd name="connsiteY4-10" fmla="*/ 929616 h 2301885"/>
              <a:gd name="connsiteX5-11" fmla="*/ 9144000 w 9144000"/>
              <a:gd name="connsiteY5-12" fmla="*/ 0 h 230188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9144000" h="2301885">
                <a:moveTo>
                  <a:pt x="9144000" y="0"/>
                </a:moveTo>
                <a:lnTo>
                  <a:pt x="9144000" y="2301885"/>
                </a:lnTo>
                <a:lnTo>
                  <a:pt x="0" y="2301885"/>
                </a:lnTo>
                <a:lnTo>
                  <a:pt x="0" y="405041"/>
                </a:lnTo>
                <a:cubicBezTo>
                  <a:pt x="711200" y="432226"/>
                  <a:pt x="1327150" y="543584"/>
                  <a:pt x="1876425" y="929616"/>
                </a:cubicBezTo>
                <a:cubicBezTo>
                  <a:pt x="3003550" y="135805"/>
                  <a:pt x="7226300" y="312631"/>
                  <a:pt x="9144000" y="0"/>
                </a:cubicBezTo>
                <a:close/>
              </a:path>
            </a:pathLst>
          </a:custGeom>
          <a:pattFill prst="smCheck">
            <a:fgClr>
              <a:srgbClr val="2E75B6"/>
            </a:fgClr>
            <a:bgClr>
              <a:schemeClr val="accent1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661593" y="713665"/>
            <a:ext cx="3401896" cy="1139247"/>
            <a:chOff x="661593" y="713665"/>
            <a:chExt cx="3401896" cy="1139247"/>
          </a:xfrm>
        </p:grpSpPr>
        <p:sp>
          <p:nvSpPr>
            <p:cNvPr id="29" name="文本框 28"/>
            <p:cNvSpPr txBox="1"/>
            <p:nvPr/>
          </p:nvSpPr>
          <p:spPr>
            <a:xfrm>
              <a:off x="801057" y="713665"/>
              <a:ext cx="326243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 dirty="0">
                  <a:solidFill>
                    <a:srgbClr val="1B4367"/>
                  </a:solidFill>
                  <a:latin typeface="华文琥珀" panose="02010800040101010101" pitchFamily="2" charset="-122"/>
                  <a:ea typeface="华文琥珀" panose="02010800040101010101" pitchFamily="2" charset="-122"/>
                </a:rPr>
                <a:t>心理学与生活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08315" y="1452802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rgbClr val="1B43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感知与意识</a:t>
              </a: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661593" y="813695"/>
              <a:ext cx="105732" cy="972000"/>
              <a:chOff x="661593" y="813695"/>
              <a:chExt cx="105732" cy="972000"/>
            </a:xfrm>
          </p:grpSpPr>
          <p:sp>
            <p:nvSpPr>
              <p:cNvPr id="31" name="矩形 30"/>
              <p:cNvSpPr/>
              <p:nvPr/>
            </p:nvSpPr>
            <p:spPr>
              <a:xfrm>
                <a:off x="695325" y="813695"/>
                <a:ext cx="72000" cy="972000"/>
              </a:xfrm>
              <a:prstGeom prst="rect">
                <a:avLst/>
              </a:prstGeom>
              <a:solidFill>
                <a:srgbClr val="1B43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661593" y="813695"/>
                <a:ext cx="36000" cy="972000"/>
              </a:xfrm>
              <a:prstGeom prst="rect">
                <a:avLst/>
              </a:prstGeom>
              <a:solidFill>
                <a:srgbClr val="FFC5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3" name="文本框 32"/>
          <p:cNvSpPr txBox="1"/>
          <p:nvPr/>
        </p:nvSpPr>
        <p:spPr>
          <a:xfrm>
            <a:off x="2328881" y="4120948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主讲人：高健恒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495425" y="3929871"/>
            <a:ext cx="739758" cy="739758"/>
            <a:chOff x="1495425" y="3929871"/>
            <a:chExt cx="739758" cy="739758"/>
          </a:xfrm>
        </p:grpSpPr>
        <p:sp>
          <p:nvSpPr>
            <p:cNvPr id="27" name="泪滴形 26"/>
            <p:cNvSpPr/>
            <p:nvPr/>
          </p:nvSpPr>
          <p:spPr>
            <a:xfrm rot="18900000">
              <a:off x="1495425" y="3929871"/>
              <a:ext cx="739758" cy="739758"/>
            </a:xfrm>
            <a:prstGeom prst="teardrop">
              <a:avLst/>
            </a:prstGeom>
            <a:solidFill>
              <a:srgbClr val="1B43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2" name="Group 38"/>
            <p:cNvGrpSpPr/>
            <p:nvPr/>
          </p:nvGrpSpPr>
          <p:grpSpPr>
            <a:xfrm>
              <a:off x="1614243" y="4101898"/>
              <a:ext cx="471732" cy="335751"/>
              <a:chOff x="5326857" y="2779521"/>
              <a:chExt cx="2283619" cy="2167129"/>
            </a:xfrm>
            <a:solidFill>
              <a:srgbClr val="2E75B6"/>
            </a:solidFill>
          </p:grpSpPr>
          <p:sp>
            <p:nvSpPr>
              <p:cNvPr id="43" name="Freeform 45"/>
              <p:cNvSpPr/>
              <p:nvPr/>
            </p:nvSpPr>
            <p:spPr>
              <a:xfrm>
                <a:off x="5326857" y="3228975"/>
                <a:ext cx="1147085" cy="1083469"/>
              </a:xfrm>
              <a:custGeom>
                <a:avLst/>
                <a:gdLst>
                  <a:gd name="connsiteX0" fmla="*/ 1090612 w 1147085"/>
                  <a:gd name="connsiteY0" fmla="*/ 0 h 1083469"/>
                  <a:gd name="connsiteX1" fmla="*/ 1147085 w 1147085"/>
                  <a:gd name="connsiteY1" fmla="*/ 460567 h 1083469"/>
                  <a:gd name="connsiteX2" fmla="*/ 1078295 w 1147085"/>
                  <a:gd name="connsiteY2" fmla="*/ 504743 h 1083469"/>
                  <a:gd name="connsiteX3" fmla="*/ 1025237 w 1147085"/>
                  <a:gd name="connsiteY3" fmla="*/ 72025 h 1083469"/>
                  <a:gd name="connsiteX4" fmla="*/ 79622 w 1147085"/>
                  <a:gd name="connsiteY4" fmla="*/ 171129 h 1083469"/>
                  <a:gd name="connsiteX5" fmla="*/ 186985 w 1147085"/>
                  <a:gd name="connsiteY5" fmla="*/ 990798 h 1083469"/>
                  <a:gd name="connsiteX6" fmla="*/ 186985 w 1147085"/>
                  <a:gd name="connsiteY6" fmla="*/ 1011445 h 1083469"/>
                  <a:gd name="connsiteX7" fmla="*/ 977729 w 1147085"/>
                  <a:gd name="connsiteY7" fmla="*/ 857154 h 1083469"/>
                  <a:gd name="connsiteX8" fmla="*/ 977729 w 1147085"/>
                  <a:gd name="connsiteY8" fmla="*/ 916854 h 1083469"/>
                  <a:gd name="connsiteX9" fmla="*/ 123825 w 1147085"/>
                  <a:gd name="connsiteY9" fmla="*/ 1083469 h 1083469"/>
                  <a:gd name="connsiteX10" fmla="*/ 0 w 1147085"/>
                  <a:gd name="connsiteY10" fmla="*/ 114300 h 1083469"/>
                  <a:gd name="connsiteX11" fmla="*/ 1090612 w 1147085"/>
                  <a:gd name="connsiteY11" fmla="*/ 0 h 1083469"/>
                  <a:gd name="connsiteX0-1" fmla="*/ 1090612 w 1147085"/>
                  <a:gd name="connsiteY0-2" fmla="*/ 0 h 1083469"/>
                  <a:gd name="connsiteX1-3" fmla="*/ 1147085 w 1147085"/>
                  <a:gd name="connsiteY1-4" fmla="*/ 460567 h 1083469"/>
                  <a:gd name="connsiteX2-5" fmla="*/ 1078295 w 1147085"/>
                  <a:gd name="connsiteY2-6" fmla="*/ 504743 h 1083469"/>
                  <a:gd name="connsiteX3-7" fmla="*/ 1025237 w 1147085"/>
                  <a:gd name="connsiteY3-8" fmla="*/ 72025 h 1083469"/>
                  <a:gd name="connsiteX4-9" fmla="*/ 79622 w 1147085"/>
                  <a:gd name="connsiteY4-10" fmla="*/ 171129 h 1083469"/>
                  <a:gd name="connsiteX5-11" fmla="*/ 186985 w 1147085"/>
                  <a:gd name="connsiteY5-12" fmla="*/ 1011445 h 1083469"/>
                  <a:gd name="connsiteX6-13" fmla="*/ 977729 w 1147085"/>
                  <a:gd name="connsiteY6-14" fmla="*/ 857154 h 1083469"/>
                  <a:gd name="connsiteX7-15" fmla="*/ 977729 w 1147085"/>
                  <a:gd name="connsiteY7-16" fmla="*/ 916854 h 1083469"/>
                  <a:gd name="connsiteX8-17" fmla="*/ 123825 w 1147085"/>
                  <a:gd name="connsiteY8-18" fmla="*/ 1083469 h 1083469"/>
                  <a:gd name="connsiteX9-19" fmla="*/ 0 w 1147085"/>
                  <a:gd name="connsiteY9-20" fmla="*/ 114300 h 1083469"/>
                  <a:gd name="connsiteX10-21" fmla="*/ 1090612 w 1147085"/>
                  <a:gd name="connsiteY10-22" fmla="*/ 0 h 108346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</a:cxnLst>
                <a:rect l="l" t="t" r="r" b="b"/>
                <a:pathLst>
                  <a:path w="1147085" h="1083469">
                    <a:moveTo>
                      <a:pt x="1090612" y="0"/>
                    </a:moveTo>
                    <a:lnTo>
                      <a:pt x="1147085" y="460567"/>
                    </a:lnTo>
                    <a:cubicBezTo>
                      <a:pt x="1121629" y="471368"/>
                      <a:pt x="1098257" y="486098"/>
                      <a:pt x="1078295" y="504743"/>
                    </a:cubicBezTo>
                    <a:lnTo>
                      <a:pt x="1025237" y="72025"/>
                    </a:lnTo>
                    <a:lnTo>
                      <a:pt x="79622" y="171129"/>
                    </a:lnTo>
                    <a:lnTo>
                      <a:pt x="186985" y="1011445"/>
                    </a:lnTo>
                    <a:lnTo>
                      <a:pt x="977729" y="857154"/>
                    </a:lnTo>
                    <a:lnTo>
                      <a:pt x="977729" y="916854"/>
                    </a:lnTo>
                    <a:lnTo>
                      <a:pt x="123825" y="1083469"/>
                    </a:lnTo>
                    <a:lnTo>
                      <a:pt x="0" y="114300"/>
                    </a:lnTo>
                    <a:lnTo>
                      <a:pt x="1090612" y="0"/>
                    </a:lnTo>
                    <a:close/>
                  </a:path>
                </a:pathLst>
              </a:custGeom>
              <a:grpFill/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91436" tIns="45718" rIns="91436" bIns="45718" numCol="1" rtlCol="0" anchor="ctr" anchorCtr="0" compatLnSpc="1"/>
              <a:lstStyle/>
              <a:p>
                <a:pPr algn="ctr" defTabSz="68516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44" name="Oval 23"/>
              <p:cNvSpPr/>
              <p:nvPr/>
            </p:nvSpPr>
            <p:spPr bwMode="auto">
              <a:xfrm>
                <a:off x="5472973" y="4217016"/>
                <a:ext cx="831613" cy="515322"/>
              </a:xfrm>
              <a:custGeom>
                <a:avLst/>
                <a:gdLst/>
                <a:ahLst/>
                <a:cxnLst/>
                <a:rect l="l" t="t" r="r" b="b"/>
                <a:pathLst>
                  <a:path w="831613" h="515322">
                    <a:moveTo>
                      <a:pt x="656506" y="0"/>
                    </a:moveTo>
                    <a:cubicBezTo>
                      <a:pt x="722980" y="12459"/>
                      <a:pt x="782484" y="33487"/>
                      <a:pt x="831613" y="60220"/>
                    </a:cubicBezTo>
                    <a:lnTo>
                      <a:pt x="831613" y="156807"/>
                    </a:lnTo>
                    <a:lnTo>
                      <a:pt x="790343" y="156807"/>
                    </a:lnTo>
                    <a:cubicBezTo>
                      <a:pt x="689578" y="156807"/>
                      <a:pt x="607892" y="247187"/>
                      <a:pt x="607892" y="358678"/>
                    </a:cubicBezTo>
                    <a:cubicBezTo>
                      <a:pt x="607892" y="412735"/>
                      <a:pt x="627095" y="461830"/>
                      <a:pt x="658968" y="497546"/>
                    </a:cubicBezTo>
                    <a:cubicBezTo>
                      <a:pt x="605816" y="509342"/>
                      <a:pt x="548050" y="515322"/>
                      <a:pt x="487726" y="515322"/>
                    </a:cubicBezTo>
                    <a:cubicBezTo>
                      <a:pt x="218362" y="515322"/>
                      <a:pt x="0" y="396081"/>
                      <a:pt x="0" y="248990"/>
                    </a:cubicBezTo>
                    <a:cubicBezTo>
                      <a:pt x="0" y="198934"/>
                      <a:pt x="25288" y="152104"/>
                      <a:pt x="70263" y="113194"/>
                    </a:cubicBezTo>
                    <a:close/>
                  </a:path>
                </a:pathLst>
              </a:custGeom>
              <a:grpFill/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91436" tIns="45718" rIns="91436" bIns="45718" numCol="1" rtlCol="0" anchor="ctr" anchorCtr="0" compatLnSpc="1"/>
              <a:lstStyle/>
              <a:p>
                <a:pPr algn="ctr" defTabSz="68516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45" name="Rounded Rectangle 13"/>
              <p:cNvSpPr/>
              <p:nvPr/>
            </p:nvSpPr>
            <p:spPr bwMode="auto">
              <a:xfrm>
                <a:off x="6127748" y="3705225"/>
                <a:ext cx="1375518" cy="1241425"/>
              </a:xfrm>
              <a:custGeom>
                <a:avLst/>
                <a:gdLst/>
                <a:ahLst/>
                <a:cxnLst/>
                <a:rect l="l" t="t" r="r" b="b"/>
                <a:pathLst>
                  <a:path w="1375518" h="1241425">
                    <a:moveTo>
                      <a:pt x="880211" y="0"/>
                    </a:moveTo>
                    <a:lnTo>
                      <a:pt x="1125002" y="0"/>
                    </a:lnTo>
                    <a:cubicBezTo>
                      <a:pt x="1202113" y="0"/>
                      <a:pt x="1271265" y="34077"/>
                      <a:pt x="1317403" y="88704"/>
                    </a:cubicBezTo>
                    <a:cubicBezTo>
                      <a:pt x="1244331" y="103169"/>
                      <a:pt x="1190628" y="168346"/>
                      <a:pt x="1190628" y="246066"/>
                    </a:cubicBezTo>
                    <a:lnTo>
                      <a:pt x="1190628" y="708029"/>
                    </a:lnTo>
                    <a:lnTo>
                      <a:pt x="929175" y="708029"/>
                    </a:lnTo>
                    <a:lnTo>
                      <a:pt x="803618" y="172438"/>
                    </a:lnTo>
                    <a:close/>
                    <a:moveTo>
                      <a:pt x="481554" y="0"/>
                    </a:moveTo>
                    <a:lnTo>
                      <a:pt x="726347" y="0"/>
                    </a:lnTo>
                    <a:lnTo>
                      <a:pt x="802940" y="172436"/>
                    </a:lnTo>
                    <a:lnTo>
                      <a:pt x="674361" y="720915"/>
                    </a:lnTo>
                    <a:cubicBezTo>
                      <a:pt x="614856" y="745801"/>
                      <a:pt x="573090" y="804586"/>
                      <a:pt x="573090" y="873128"/>
                    </a:cubicBezTo>
                    <a:cubicBezTo>
                      <a:pt x="573090" y="964310"/>
                      <a:pt x="647007" y="1038227"/>
                      <a:pt x="738189" y="1038227"/>
                    </a:cubicBezTo>
                    <a:lnTo>
                      <a:pt x="1375518" y="1038227"/>
                    </a:lnTo>
                    <a:cubicBezTo>
                      <a:pt x="1351252" y="1154299"/>
                      <a:pt x="1248302" y="1241425"/>
                      <a:pt x="1125002" y="1241425"/>
                    </a:cubicBezTo>
                    <a:lnTo>
                      <a:pt x="481554" y="1241425"/>
                    </a:lnTo>
                    <a:cubicBezTo>
                      <a:pt x="358254" y="1241425"/>
                      <a:pt x="255302" y="1154298"/>
                      <a:pt x="231037" y="1038224"/>
                    </a:cubicBezTo>
                    <a:lnTo>
                      <a:pt x="165099" y="1038224"/>
                    </a:lnTo>
                    <a:cubicBezTo>
                      <a:pt x="73917" y="1038224"/>
                      <a:pt x="0" y="964307"/>
                      <a:pt x="0" y="873125"/>
                    </a:cubicBezTo>
                    <a:cubicBezTo>
                      <a:pt x="0" y="781943"/>
                      <a:pt x="73917" y="708026"/>
                      <a:pt x="165099" y="708026"/>
                    </a:cubicBezTo>
                    <a:lnTo>
                      <a:pt x="225428" y="708026"/>
                    </a:lnTo>
                    <a:lnTo>
                      <a:pt x="225428" y="256126"/>
                    </a:lnTo>
                    <a:cubicBezTo>
                      <a:pt x="225428" y="114672"/>
                      <a:pt x="340100" y="0"/>
                      <a:pt x="481554" y="0"/>
                    </a:cubicBezTo>
                    <a:close/>
                  </a:path>
                </a:pathLst>
              </a:custGeom>
              <a:grpFill/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91436" tIns="45718" rIns="91436" bIns="45718" numCol="1" rtlCol="0" anchor="ctr" anchorCtr="0" compatLnSpc="1"/>
              <a:lstStyle/>
              <a:p>
                <a:pPr algn="ctr" defTabSz="68516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46" name="Oval 57"/>
              <p:cNvSpPr/>
              <p:nvPr/>
            </p:nvSpPr>
            <p:spPr bwMode="auto">
              <a:xfrm>
                <a:off x="6524624" y="2779521"/>
                <a:ext cx="835025" cy="835025"/>
              </a:xfrm>
              <a:prstGeom prst="ellipse">
                <a:avLst/>
              </a:prstGeom>
              <a:grpFill/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91436" tIns="45718" rIns="91436" bIns="45718" numCol="1" rtlCol="0" anchor="ctr" anchorCtr="0" compatLnSpc="1"/>
              <a:lstStyle/>
              <a:p>
                <a:pPr algn="ctr" defTabSz="68516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47" name="Rounded Rectangle 14"/>
              <p:cNvSpPr/>
              <p:nvPr/>
            </p:nvSpPr>
            <p:spPr bwMode="auto">
              <a:xfrm>
                <a:off x="6740522" y="3829050"/>
                <a:ext cx="869954" cy="874713"/>
              </a:xfrm>
              <a:custGeom>
                <a:avLst/>
                <a:gdLst>
                  <a:gd name="connsiteX0" fmla="*/ 744540 w 869954"/>
                  <a:gd name="connsiteY0" fmla="*/ 0 h 874713"/>
                  <a:gd name="connsiteX1" fmla="*/ 869954 w 869954"/>
                  <a:gd name="connsiteY1" fmla="*/ 125414 h 874713"/>
                  <a:gd name="connsiteX2" fmla="*/ 869953 w 869954"/>
                  <a:gd name="connsiteY2" fmla="*/ 706437 h 874713"/>
                  <a:gd name="connsiteX3" fmla="*/ 869952 w 869954"/>
                  <a:gd name="connsiteY3" fmla="*/ 749299 h 874713"/>
                  <a:gd name="connsiteX4" fmla="*/ 744538 w 869954"/>
                  <a:gd name="connsiteY4" fmla="*/ 874713 h 874713"/>
                  <a:gd name="connsiteX5" fmla="*/ 125414 w 869954"/>
                  <a:gd name="connsiteY5" fmla="*/ 874712 h 874713"/>
                  <a:gd name="connsiteX6" fmla="*/ 0 w 869954"/>
                  <a:gd name="connsiteY6" fmla="*/ 749298 h 874713"/>
                  <a:gd name="connsiteX7" fmla="*/ 1 w 869954"/>
                  <a:gd name="connsiteY7" fmla="*/ 749299 h 874713"/>
                  <a:gd name="connsiteX8" fmla="*/ 125415 w 869954"/>
                  <a:gd name="connsiteY8" fmla="*/ 623885 h 874713"/>
                  <a:gd name="connsiteX9" fmla="*/ 619126 w 869954"/>
                  <a:gd name="connsiteY9" fmla="*/ 623885 h 874713"/>
                  <a:gd name="connsiteX10" fmla="*/ 619126 w 869954"/>
                  <a:gd name="connsiteY10" fmla="*/ 125414 h 874713"/>
                  <a:gd name="connsiteX11" fmla="*/ 744540 w 869954"/>
                  <a:gd name="connsiteY11" fmla="*/ 0 h 874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69954" h="874713">
                    <a:moveTo>
                      <a:pt x="744540" y="0"/>
                    </a:moveTo>
                    <a:cubicBezTo>
                      <a:pt x="813804" y="0"/>
                      <a:pt x="869954" y="56150"/>
                      <a:pt x="869954" y="125414"/>
                    </a:cubicBezTo>
                    <a:cubicBezTo>
                      <a:pt x="869954" y="319088"/>
                      <a:pt x="869953" y="512763"/>
                      <a:pt x="869953" y="706437"/>
                    </a:cubicBezTo>
                    <a:cubicBezTo>
                      <a:pt x="869953" y="720724"/>
                      <a:pt x="869952" y="735012"/>
                      <a:pt x="869952" y="749299"/>
                    </a:cubicBezTo>
                    <a:cubicBezTo>
                      <a:pt x="869952" y="818563"/>
                      <a:pt x="813802" y="874713"/>
                      <a:pt x="744538" y="874713"/>
                    </a:cubicBezTo>
                    <a:lnTo>
                      <a:pt x="125414" y="874712"/>
                    </a:lnTo>
                    <a:cubicBezTo>
                      <a:pt x="56150" y="874712"/>
                      <a:pt x="0" y="818562"/>
                      <a:pt x="0" y="749298"/>
                    </a:cubicBezTo>
                    <a:lnTo>
                      <a:pt x="1" y="749299"/>
                    </a:lnTo>
                    <a:cubicBezTo>
                      <a:pt x="1" y="680035"/>
                      <a:pt x="56151" y="623885"/>
                      <a:pt x="125415" y="623885"/>
                    </a:cubicBezTo>
                    <a:lnTo>
                      <a:pt x="619126" y="623885"/>
                    </a:lnTo>
                    <a:lnTo>
                      <a:pt x="619126" y="125414"/>
                    </a:lnTo>
                    <a:cubicBezTo>
                      <a:pt x="619126" y="56150"/>
                      <a:pt x="675276" y="0"/>
                      <a:pt x="744540" y="0"/>
                    </a:cubicBezTo>
                    <a:close/>
                  </a:path>
                </a:pathLst>
              </a:custGeom>
              <a:grpFill/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91436" tIns="45718" rIns="91436" bIns="45718" numCol="1" rtlCol="0" anchor="ctr" anchorCtr="0" compatLnSpc="1"/>
              <a:lstStyle/>
              <a:p>
                <a:pPr algn="ctr" defTabSz="68516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565537" y="2200927"/>
            <a:ext cx="3633531" cy="2475191"/>
          </a:xfrm>
          <a:prstGeom prst="rect">
            <a:avLst/>
          </a:prstGeom>
        </p:spPr>
      </p:pic>
      <p:pic>
        <p:nvPicPr>
          <p:cNvPr id="7" name="BGM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6" cstate="print"/>
          <a:stretch>
            <a:fillRect/>
          </a:stretch>
        </p:blipFill>
        <p:spPr>
          <a:xfrm>
            <a:off x="-1009650" y="2914648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" fill="hold"/>
                                            <p:tgtEl>
                                              <p:spTgt spid="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2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9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0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" presetID="2" presetClass="entr" presetSubtype="4" fill="hold" grpId="0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4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4" fill="hold" grpId="0" nodeType="withEffect" p14:presetBounceEnd="4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4" fill="hold" grpId="0" nodeType="withEffect" p14:presetBounceEnd="4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4" fill="hold" grpId="0" nodeType="withEffect" p14:presetBounceEnd="40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9" presetID="12" presetClass="entr" presetSubtype="1" fill="hold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5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32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1200"/>
                                </p:stCondLst>
                                <p:childTnLst>
                                  <p:par>
                                    <p:cTn id="3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6" dur="25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7" fill="hold">
                                <p:stCondLst>
                                  <p:cond delay="1700"/>
                                </p:stCondLst>
                                <p:childTnLst>
                                  <p:par>
                                    <p:cTn id="38" presetID="53" presetClass="entr" presetSubtype="16" fill="hold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2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2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2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6" presetClass="emph" presetSubtype="0" autoRev="1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44" dur="200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numSld="999">
                    <p:cTn id="45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7"/>
                    </p:tgtEl>
                  </p:cMediaNode>
                </p:audio>
              </p:childTnLst>
            </p:cTn>
          </p:par>
        </p:tnLst>
        <p:bldLst>
          <p:bldP spid="12" grpId="0" animBg="1"/>
          <p:bldP spid="5" grpId="0" animBg="1"/>
          <p:bldP spid="10" grpId="0" animBg="1"/>
          <p:bldP spid="26" grpId="0" animBg="1"/>
          <p:bldP spid="3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" fill="hold"/>
                                            <p:tgtEl>
                                              <p:spTgt spid="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" presetID="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4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4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9" presetID="12" presetClass="entr" presetSubtype="1" fill="hold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5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down)">
                                          <p:cBhvr>
                                            <p:cTn id="32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1200"/>
                                </p:stCondLst>
                                <p:childTnLst>
                                  <p:par>
                                    <p:cTn id="3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6" dur="25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7" fill="hold">
                                <p:stCondLst>
                                  <p:cond delay="1700"/>
                                </p:stCondLst>
                                <p:childTnLst>
                                  <p:par>
                                    <p:cTn id="38" presetID="53" presetClass="entr" presetSubtype="16" fill="hold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2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2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2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6" presetClass="emph" presetSubtype="0" autoRev="1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44" dur="200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numSld="999">
                    <p:cTn id="45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7"/>
                    </p:tgtEl>
                  </p:cMediaNode>
                </p:audio>
              </p:childTnLst>
            </p:cTn>
          </p:par>
        </p:tnLst>
        <p:bldLst>
          <p:bldP spid="12" grpId="0" animBg="1"/>
          <p:bldP spid="5" grpId="0" animBg="1"/>
          <p:bldP spid="10" grpId="0" animBg="1"/>
          <p:bldP spid="26" grpId="0" animBg="1"/>
          <p:bldP spid="33" grpId="0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-7"/>
            <a:ext cx="2314575" cy="5143510"/>
            <a:chOff x="0" y="-7"/>
            <a:chExt cx="2314575" cy="5143510"/>
          </a:xfrm>
        </p:grpSpPr>
        <p:sp>
          <p:nvSpPr>
            <p:cNvPr id="6" name="流程图: 文档 5"/>
            <p:cNvSpPr/>
            <p:nvPr/>
          </p:nvSpPr>
          <p:spPr>
            <a:xfrm rot="5400000" flipV="1">
              <a:off x="-1414463" y="1414456"/>
              <a:ext cx="5143501" cy="2314575"/>
            </a:xfrm>
            <a:prstGeom prst="flowChartDocument">
              <a:avLst/>
            </a:pr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流程图: 文档 4"/>
            <p:cNvSpPr/>
            <p:nvPr/>
          </p:nvSpPr>
          <p:spPr>
            <a:xfrm rot="5400000" flipV="1">
              <a:off x="-1562098" y="1562098"/>
              <a:ext cx="5143501" cy="2019300"/>
            </a:xfrm>
            <a:prstGeom prst="flowChartDocumen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流程图: 文档 2"/>
            <p:cNvSpPr/>
            <p:nvPr/>
          </p:nvSpPr>
          <p:spPr>
            <a:xfrm rot="5400000" flipV="1">
              <a:off x="-1619249" y="1619252"/>
              <a:ext cx="5143501" cy="1905002"/>
            </a:xfrm>
            <a:prstGeom prst="flowChartDocument">
              <a:avLst/>
            </a:prstGeom>
            <a:solidFill>
              <a:srgbClr val="1B43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流程图: 文档 3"/>
            <p:cNvSpPr/>
            <p:nvPr/>
          </p:nvSpPr>
          <p:spPr>
            <a:xfrm rot="5400000" flipV="1">
              <a:off x="-1695449" y="1695449"/>
              <a:ext cx="5143501" cy="1752602"/>
            </a:xfrm>
            <a:prstGeom prst="flowChartDocument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0" y="552450"/>
            <a:ext cx="1752603" cy="838200"/>
            <a:chOff x="0" y="552450"/>
            <a:chExt cx="1752603" cy="838200"/>
          </a:xfrm>
        </p:grpSpPr>
        <p:sp>
          <p:nvSpPr>
            <p:cNvPr id="9" name="矩形 8"/>
            <p:cNvSpPr/>
            <p:nvPr/>
          </p:nvSpPr>
          <p:spPr>
            <a:xfrm>
              <a:off x="84702" y="552450"/>
              <a:ext cx="1667901" cy="838200"/>
            </a:xfrm>
            <a:prstGeom prst="rect">
              <a:avLst/>
            </a:prstGeom>
            <a:solidFill>
              <a:srgbClr val="1B43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0" y="552450"/>
              <a:ext cx="84702" cy="838200"/>
            </a:xfrm>
            <a:prstGeom prst="rect">
              <a:avLst/>
            </a:pr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64652" y="571493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000">
                  <a:solidFill>
                    <a:srgbClr val="1B4367"/>
                  </a:solidFill>
                  <a:latin typeface="方正粗倩简体" panose="03000509000000000000" pitchFamily="65" charset="-122"/>
                  <a:ea typeface="方正粗倩简体" panose="03000509000000000000" pitchFamily="65" charset="-122"/>
                </a:defRPr>
              </a:lvl1pPr>
            </a:lstStyle>
            <a:p>
              <a:r>
                <a:rPr lang="zh-CN" altLang="en-US" sz="28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rPr>
                <a:t>前言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275734" y="1018513"/>
              <a:ext cx="124649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dirty="0">
                  <a:solidFill>
                    <a:srgbClr val="57B1E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introduction</a:t>
              </a:r>
              <a:endParaRPr lang="zh-CN" altLang="en-US" sz="1400" dirty="0">
                <a:solidFill>
                  <a:srgbClr val="57B1E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914649" y="895402"/>
            <a:ext cx="5610225" cy="2585323"/>
            <a:chOff x="2914649" y="895402"/>
            <a:chExt cx="5610225" cy="2585323"/>
          </a:xfrm>
        </p:grpSpPr>
        <p:sp>
          <p:nvSpPr>
            <p:cNvPr id="13" name="矩形 12"/>
            <p:cNvSpPr/>
            <p:nvPr/>
          </p:nvSpPr>
          <p:spPr>
            <a:xfrm>
              <a:off x="2914649" y="1172401"/>
              <a:ext cx="5610225" cy="23083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吕家欣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搜集资料、制作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</a:p>
            <a:p>
              <a:pPr algn="just"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杨治成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搜集资料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肖昭林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搜集资料、制作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</a:p>
            <a:p>
              <a:pPr algn="just"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黄思敏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搜集资料、制作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</a:p>
            <a:p>
              <a:pPr algn="just"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梁诗睛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搜集资料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欧婷婷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搜集资料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宁丫茹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搜集资料、评论员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002340" y="895402"/>
              <a:ext cx="1261884" cy="276999"/>
            </a:xfrm>
            <a:prstGeom prst="rect">
              <a:avLst/>
            </a:prstGeom>
            <a:solidFill>
              <a:srgbClr val="2E75B6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小组成员及分工</a:t>
              </a:r>
            </a:p>
          </p:txBody>
        </p:sp>
      </p:grpSp>
    </p:spTree>
  </p:cSld>
  <p:clrMapOvr>
    <a:masterClrMapping/>
  </p:clrMapOvr>
  <p:transition spd="med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2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2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2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6" presetClass="emph" presetSubtype="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Scale>
                                          <p:cBhvr>
                                            <p:cTn id="16" dur="200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8" presetID="12" presetClass="entr" presetSubtype="2" fill="hold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" dur="250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1" dur="25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2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2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2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6" presetClass="emph" presetSubtype="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Scale>
                                          <p:cBhvr>
                                            <p:cTn id="16" dur="200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8" presetID="12" presetClass="entr" presetSubtype="2" fill="hold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" dur="250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1" dur="25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1700"/>
                                </p:stCondLst>
                                <p:childTnLst>
                                  <p:par>
                                    <p:cTn id="23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50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6" dur="25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-7"/>
            <a:ext cx="2314575" cy="5143510"/>
            <a:chOff x="0" y="-7"/>
            <a:chExt cx="2314575" cy="5143510"/>
          </a:xfrm>
        </p:grpSpPr>
        <p:sp>
          <p:nvSpPr>
            <p:cNvPr id="6" name="流程图: 文档 5"/>
            <p:cNvSpPr/>
            <p:nvPr/>
          </p:nvSpPr>
          <p:spPr>
            <a:xfrm rot="16200000">
              <a:off x="-1414463" y="1414456"/>
              <a:ext cx="5143501" cy="2314575"/>
            </a:xfrm>
            <a:prstGeom prst="flowChartDocument">
              <a:avLst/>
            </a:pr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流程图: 文档 4"/>
            <p:cNvSpPr/>
            <p:nvPr/>
          </p:nvSpPr>
          <p:spPr>
            <a:xfrm rot="16200000">
              <a:off x="-1562098" y="1562098"/>
              <a:ext cx="5143501" cy="2019300"/>
            </a:xfrm>
            <a:prstGeom prst="flowChartDocumen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流程图: 文档 2"/>
            <p:cNvSpPr/>
            <p:nvPr/>
          </p:nvSpPr>
          <p:spPr>
            <a:xfrm rot="16200000">
              <a:off x="-1619249" y="1619252"/>
              <a:ext cx="5143501" cy="1905002"/>
            </a:xfrm>
            <a:prstGeom prst="flowChartDocument">
              <a:avLst/>
            </a:prstGeom>
            <a:solidFill>
              <a:srgbClr val="1B43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流程图: 文档 3"/>
            <p:cNvSpPr/>
            <p:nvPr/>
          </p:nvSpPr>
          <p:spPr>
            <a:xfrm rot="16200000">
              <a:off x="-1695449" y="1695449"/>
              <a:ext cx="5143501" cy="1752602"/>
            </a:xfrm>
            <a:prstGeom prst="flowChartDocument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0" y="3543300"/>
            <a:ext cx="1752603" cy="838200"/>
            <a:chOff x="0" y="3543300"/>
            <a:chExt cx="1752603" cy="838200"/>
          </a:xfrm>
        </p:grpSpPr>
        <p:sp>
          <p:nvSpPr>
            <p:cNvPr id="9" name="矩形 8"/>
            <p:cNvSpPr/>
            <p:nvPr/>
          </p:nvSpPr>
          <p:spPr>
            <a:xfrm>
              <a:off x="84702" y="3543300"/>
              <a:ext cx="1667901" cy="838200"/>
            </a:xfrm>
            <a:prstGeom prst="rect">
              <a:avLst/>
            </a:prstGeom>
            <a:solidFill>
              <a:srgbClr val="1B43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0" y="3543300"/>
              <a:ext cx="84702" cy="838200"/>
            </a:xfrm>
            <a:prstGeom prst="rect">
              <a:avLst/>
            </a:pr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64652" y="3562343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4000">
                  <a:solidFill>
                    <a:srgbClr val="1B4367"/>
                  </a:solidFill>
                  <a:latin typeface="方正粗倩简体" panose="03000509000000000000" pitchFamily="65" charset="-122"/>
                  <a:ea typeface="方正粗倩简体" panose="03000509000000000000" pitchFamily="65" charset="-122"/>
                </a:defRPr>
              </a:lvl1pPr>
            </a:lstStyle>
            <a:p>
              <a:r>
                <a:rPr lang="zh-CN" altLang="en-US" sz="28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rPr>
                <a:t>目录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275734" y="4009363"/>
              <a:ext cx="92858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dirty="0">
                  <a:solidFill>
                    <a:srgbClr val="57B1E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  <a:endParaRPr lang="zh-CN" altLang="en-US" sz="1400" dirty="0">
                <a:solidFill>
                  <a:srgbClr val="57B1E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175967" y="182630"/>
            <a:ext cx="4362057" cy="606778"/>
            <a:chOff x="2874419" y="591276"/>
            <a:chExt cx="4362057" cy="606778"/>
          </a:xfrm>
        </p:grpSpPr>
        <p:grpSp>
          <p:nvGrpSpPr>
            <p:cNvPr id="19" name="组合 18"/>
            <p:cNvGrpSpPr/>
            <p:nvPr/>
          </p:nvGrpSpPr>
          <p:grpSpPr>
            <a:xfrm>
              <a:off x="2874419" y="591276"/>
              <a:ext cx="576000" cy="606778"/>
              <a:chOff x="2819401" y="550248"/>
              <a:chExt cx="576000" cy="606778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819401" y="581026"/>
                <a:ext cx="576000" cy="576000"/>
              </a:xfrm>
              <a:prstGeom prst="ellipse">
                <a:avLst/>
              </a:prstGeom>
              <a:solidFill>
                <a:srgbClr val="FFC50D"/>
              </a:solidFill>
              <a:ln w="57150">
                <a:solidFill>
                  <a:srgbClr val="1B436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2910071" y="550248"/>
                <a:ext cx="39466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3200" dirty="0">
                    <a:solidFill>
                      <a:schemeClr val="bg1"/>
                    </a:solidFill>
                    <a:latin typeface="方正正中黑_GBK" panose="02000000000000000000" pitchFamily="2" charset="-122"/>
                    <a:ea typeface="方正正中黑_GBK" panose="02000000000000000000" pitchFamily="2" charset="-122"/>
                  </a:rPr>
                  <a:t>1</a:t>
                </a:r>
                <a:endParaRPr lang="zh-CN" altLang="en-US" sz="32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endParaRPr>
              </a:p>
            </p:txBody>
          </p:sp>
        </p:grpSp>
        <p:sp>
          <p:nvSpPr>
            <p:cNvPr id="20" name="文本框 19"/>
            <p:cNvSpPr txBox="1"/>
            <p:nvPr/>
          </p:nvSpPr>
          <p:spPr>
            <a:xfrm>
              <a:off x="3517188" y="650640"/>
              <a:ext cx="37192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1B43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你看到的是真实的世界吗</a:t>
              </a:r>
              <a:r>
                <a:rPr lang="en-US" altLang="zh-CN" sz="2400" dirty="0">
                  <a:solidFill>
                    <a:srgbClr val="1B43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?</a:t>
              </a:r>
              <a:endParaRPr lang="zh-CN" altLang="en-US" sz="24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175967" y="1039880"/>
            <a:ext cx="4309157" cy="606778"/>
            <a:chOff x="2874419" y="591276"/>
            <a:chExt cx="4309157" cy="606778"/>
          </a:xfrm>
        </p:grpSpPr>
        <p:grpSp>
          <p:nvGrpSpPr>
            <p:cNvPr id="23" name="组合 22"/>
            <p:cNvGrpSpPr/>
            <p:nvPr/>
          </p:nvGrpSpPr>
          <p:grpSpPr>
            <a:xfrm>
              <a:off x="2874419" y="591276"/>
              <a:ext cx="576000" cy="606778"/>
              <a:chOff x="2819401" y="550248"/>
              <a:chExt cx="576000" cy="606778"/>
            </a:xfrm>
          </p:grpSpPr>
          <p:sp>
            <p:nvSpPr>
              <p:cNvPr id="25" name="椭圆 24"/>
              <p:cNvSpPr/>
              <p:nvPr/>
            </p:nvSpPr>
            <p:spPr>
              <a:xfrm>
                <a:off x="2819401" y="581026"/>
                <a:ext cx="576000" cy="576000"/>
              </a:xfrm>
              <a:prstGeom prst="ellipse">
                <a:avLst/>
              </a:prstGeom>
              <a:solidFill>
                <a:srgbClr val="FFC50D"/>
              </a:solidFill>
              <a:ln w="57150">
                <a:solidFill>
                  <a:srgbClr val="1B436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2876408" y="550248"/>
                <a:ext cx="46198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3200" dirty="0">
                    <a:solidFill>
                      <a:schemeClr val="bg1"/>
                    </a:solidFill>
                    <a:latin typeface="方正正中黑_GBK" panose="02000000000000000000" pitchFamily="2" charset="-122"/>
                    <a:ea typeface="方正正中黑_GBK" panose="02000000000000000000" pitchFamily="2" charset="-122"/>
                  </a:rPr>
                  <a:t>2</a:t>
                </a:r>
                <a:endParaRPr lang="zh-CN" altLang="en-US" sz="32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endParaRPr>
              </a:p>
            </p:txBody>
          </p:sp>
        </p:grpSp>
        <p:sp>
          <p:nvSpPr>
            <p:cNvPr id="24" name="文本框 23"/>
            <p:cNvSpPr txBox="1"/>
            <p:nvPr/>
          </p:nvSpPr>
          <p:spPr>
            <a:xfrm>
              <a:off x="3517188" y="650640"/>
              <a:ext cx="36663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1B43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人眼就是一台高清摄像机</a:t>
              </a:r>
              <a:r>
                <a:rPr lang="en-US" altLang="zh-CN" sz="2400" dirty="0">
                  <a:solidFill>
                    <a:srgbClr val="1B43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!</a:t>
              </a:r>
              <a:endParaRPr lang="zh-CN" altLang="en-US" sz="24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175967" y="1897130"/>
            <a:ext cx="3597424" cy="606778"/>
            <a:chOff x="2874419" y="591276"/>
            <a:chExt cx="3597424" cy="606778"/>
          </a:xfrm>
        </p:grpSpPr>
        <p:grpSp>
          <p:nvGrpSpPr>
            <p:cNvPr id="28" name="组合 27"/>
            <p:cNvGrpSpPr/>
            <p:nvPr/>
          </p:nvGrpSpPr>
          <p:grpSpPr>
            <a:xfrm>
              <a:off x="2874419" y="591276"/>
              <a:ext cx="576000" cy="606778"/>
              <a:chOff x="2819401" y="550248"/>
              <a:chExt cx="576000" cy="606778"/>
            </a:xfrm>
          </p:grpSpPr>
          <p:sp>
            <p:nvSpPr>
              <p:cNvPr id="30" name="椭圆 29"/>
              <p:cNvSpPr/>
              <p:nvPr/>
            </p:nvSpPr>
            <p:spPr>
              <a:xfrm>
                <a:off x="2819401" y="581026"/>
                <a:ext cx="576000" cy="576000"/>
              </a:xfrm>
              <a:prstGeom prst="ellipse">
                <a:avLst/>
              </a:prstGeom>
              <a:solidFill>
                <a:srgbClr val="FFC50D"/>
              </a:solidFill>
              <a:ln w="57150">
                <a:solidFill>
                  <a:srgbClr val="1B436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2874004" y="550248"/>
                <a:ext cx="46679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3200" dirty="0">
                    <a:solidFill>
                      <a:schemeClr val="bg1"/>
                    </a:solidFill>
                    <a:latin typeface="方正正中黑_GBK" panose="02000000000000000000" pitchFamily="2" charset="-122"/>
                    <a:ea typeface="方正正中黑_GBK" panose="02000000000000000000" pitchFamily="2" charset="-122"/>
                  </a:rPr>
                  <a:t>3</a:t>
                </a:r>
                <a:endParaRPr lang="zh-CN" altLang="en-US" sz="32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endParaRPr>
              </a:p>
            </p:txBody>
          </p:sp>
        </p:grpSp>
        <p:sp>
          <p:nvSpPr>
            <p:cNvPr id="29" name="文本框 28"/>
            <p:cNvSpPr txBox="1"/>
            <p:nvPr/>
          </p:nvSpPr>
          <p:spPr>
            <a:xfrm>
              <a:off x="3517188" y="650640"/>
              <a:ext cx="29546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1B43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颜色知觉与音高知觉</a:t>
              </a: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3175967" y="2754380"/>
            <a:ext cx="2981871" cy="606778"/>
            <a:chOff x="2874419" y="591276"/>
            <a:chExt cx="2981871" cy="606778"/>
          </a:xfrm>
        </p:grpSpPr>
        <p:grpSp>
          <p:nvGrpSpPr>
            <p:cNvPr id="33" name="组合 32"/>
            <p:cNvGrpSpPr/>
            <p:nvPr/>
          </p:nvGrpSpPr>
          <p:grpSpPr>
            <a:xfrm>
              <a:off x="2874419" y="591276"/>
              <a:ext cx="576000" cy="606778"/>
              <a:chOff x="2819401" y="550248"/>
              <a:chExt cx="576000" cy="606778"/>
            </a:xfrm>
          </p:grpSpPr>
          <p:sp>
            <p:nvSpPr>
              <p:cNvPr id="35" name="椭圆 34"/>
              <p:cNvSpPr/>
              <p:nvPr/>
            </p:nvSpPr>
            <p:spPr>
              <a:xfrm>
                <a:off x="2819401" y="581026"/>
                <a:ext cx="576000" cy="576000"/>
              </a:xfrm>
              <a:prstGeom prst="ellipse">
                <a:avLst/>
              </a:prstGeom>
              <a:solidFill>
                <a:srgbClr val="FFC50D"/>
              </a:solidFill>
              <a:ln w="57150">
                <a:solidFill>
                  <a:srgbClr val="1B436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2865989" y="550248"/>
                <a:ext cx="48282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3200" dirty="0">
                    <a:solidFill>
                      <a:schemeClr val="bg1"/>
                    </a:solidFill>
                    <a:latin typeface="方正正中黑_GBK" panose="02000000000000000000" pitchFamily="2" charset="-122"/>
                    <a:ea typeface="方正正中黑_GBK" panose="02000000000000000000" pitchFamily="2" charset="-122"/>
                  </a:rPr>
                  <a:t>4</a:t>
                </a:r>
                <a:endParaRPr lang="zh-CN" altLang="en-US" sz="32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endParaRPr>
              </a:p>
            </p:txBody>
          </p:sp>
        </p:grpSp>
        <p:sp>
          <p:nvSpPr>
            <p:cNvPr id="34" name="文本框 33"/>
            <p:cNvSpPr txBox="1"/>
            <p:nvPr/>
          </p:nvSpPr>
          <p:spPr>
            <a:xfrm>
              <a:off x="3517188" y="650640"/>
              <a:ext cx="23391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1B43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知觉的组织过程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175967" y="3611630"/>
            <a:ext cx="2366318" cy="606778"/>
            <a:chOff x="2874419" y="591276"/>
            <a:chExt cx="2366318" cy="606778"/>
          </a:xfrm>
        </p:grpSpPr>
        <p:grpSp>
          <p:nvGrpSpPr>
            <p:cNvPr id="38" name="组合 37"/>
            <p:cNvGrpSpPr/>
            <p:nvPr/>
          </p:nvGrpSpPr>
          <p:grpSpPr>
            <a:xfrm>
              <a:off x="2874419" y="591276"/>
              <a:ext cx="576000" cy="606778"/>
              <a:chOff x="2819401" y="550248"/>
              <a:chExt cx="576000" cy="606778"/>
            </a:xfrm>
          </p:grpSpPr>
          <p:sp>
            <p:nvSpPr>
              <p:cNvPr id="40" name="椭圆 39"/>
              <p:cNvSpPr/>
              <p:nvPr/>
            </p:nvSpPr>
            <p:spPr>
              <a:xfrm>
                <a:off x="2819401" y="581026"/>
                <a:ext cx="576000" cy="576000"/>
              </a:xfrm>
              <a:prstGeom prst="ellipse">
                <a:avLst/>
              </a:prstGeom>
              <a:solidFill>
                <a:srgbClr val="FFC50D"/>
              </a:solidFill>
              <a:ln w="57150">
                <a:solidFill>
                  <a:srgbClr val="1B436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2874004" y="550248"/>
                <a:ext cx="46679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3200" dirty="0">
                    <a:solidFill>
                      <a:schemeClr val="bg1"/>
                    </a:solidFill>
                    <a:latin typeface="方正正中黑_GBK" panose="02000000000000000000" pitchFamily="2" charset="-122"/>
                    <a:ea typeface="方正正中黑_GBK" panose="02000000000000000000" pitchFamily="2" charset="-122"/>
                  </a:rPr>
                  <a:t>5</a:t>
                </a:r>
                <a:endParaRPr lang="zh-CN" altLang="en-US" sz="32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endParaRPr>
              </a:p>
            </p:txBody>
          </p:sp>
        </p:grpSp>
        <p:sp>
          <p:nvSpPr>
            <p:cNvPr id="39" name="文本框 38"/>
            <p:cNvSpPr txBox="1"/>
            <p:nvPr/>
          </p:nvSpPr>
          <p:spPr>
            <a:xfrm>
              <a:off x="3517188" y="650640"/>
              <a:ext cx="17235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1B43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意识与自我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3EF86CE4-5BC6-D050-EE94-EF4FB7C2FF48}"/>
              </a:ext>
            </a:extLst>
          </p:cNvPr>
          <p:cNvGrpSpPr/>
          <p:nvPr/>
        </p:nvGrpSpPr>
        <p:grpSpPr>
          <a:xfrm>
            <a:off x="3175967" y="4381500"/>
            <a:ext cx="2058541" cy="606778"/>
            <a:chOff x="2874419" y="591276"/>
            <a:chExt cx="2058541" cy="606778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AC9E41A5-F665-2017-4BE2-E96A6D1EE131}"/>
                </a:ext>
              </a:extLst>
            </p:cNvPr>
            <p:cNvGrpSpPr/>
            <p:nvPr/>
          </p:nvGrpSpPr>
          <p:grpSpPr>
            <a:xfrm>
              <a:off x="2874419" y="591276"/>
              <a:ext cx="576000" cy="606778"/>
              <a:chOff x="2819401" y="550248"/>
              <a:chExt cx="576000" cy="606778"/>
            </a:xfrm>
          </p:grpSpPr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E283A0ED-9FF6-ACB3-C148-3E65F36530A9}"/>
                  </a:ext>
                </a:extLst>
              </p:cNvPr>
              <p:cNvSpPr/>
              <p:nvPr/>
            </p:nvSpPr>
            <p:spPr>
              <a:xfrm>
                <a:off x="2819401" y="581026"/>
                <a:ext cx="576000" cy="576000"/>
              </a:xfrm>
              <a:prstGeom prst="ellipse">
                <a:avLst/>
              </a:prstGeom>
              <a:solidFill>
                <a:srgbClr val="FFC50D"/>
              </a:solidFill>
              <a:ln w="57150">
                <a:solidFill>
                  <a:srgbClr val="1B436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BB610D2-D531-15B6-918D-9E333A6B1CE9}"/>
                  </a:ext>
                </a:extLst>
              </p:cNvPr>
              <p:cNvSpPr txBox="1"/>
              <p:nvPr/>
            </p:nvSpPr>
            <p:spPr>
              <a:xfrm>
                <a:off x="2871599" y="550248"/>
                <a:ext cx="47160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3200" dirty="0">
                    <a:solidFill>
                      <a:schemeClr val="bg1"/>
                    </a:solidFill>
                    <a:latin typeface="方正正中黑_GBK" panose="02000000000000000000" pitchFamily="2" charset="-122"/>
                    <a:ea typeface="方正正中黑_GBK" panose="02000000000000000000" pitchFamily="2" charset="-122"/>
                  </a:rPr>
                  <a:t>6</a:t>
                </a:r>
                <a:endParaRPr lang="zh-CN" altLang="en-US" sz="32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endParaRPr>
              </a:p>
            </p:txBody>
          </p:sp>
        </p:grp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4DC4A68-617C-EAA2-2879-F77DF1934D15}"/>
                </a:ext>
              </a:extLst>
            </p:cNvPr>
            <p:cNvSpPr txBox="1"/>
            <p:nvPr/>
          </p:nvSpPr>
          <p:spPr>
            <a:xfrm>
              <a:off x="3517188" y="650640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1B43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睡眠与梦</a:t>
              </a:r>
            </a:p>
          </p:txBody>
        </p:sp>
      </p:grpSp>
    </p:spTree>
  </p:cSld>
  <p:clrMapOvr>
    <a:masterClrMapping/>
  </p:clrMapOvr>
  <p:transition spd="med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2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2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2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6" presetClass="emph" presetSubtype="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Scale>
                                          <p:cBhvr>
                                            <p:cTn id="16" dur="200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8" presetID="2" presetClass="entr" presetSubtype="6" fill="hold" nodeType="afterEffect" p14:presetBounceEnd="4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1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" presetID="2" presetClass="entr" presetSubtype="6" fill="hold" nodeType="withEffect" p14:presetBounceEnd="4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5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" presetClass="entr" presetSubtype="6" fill="hold" nodeType="withEffect" p14:presetBounceEnd="40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6" fill="hold" nodeType="withEffect" p14:presetBounceEnd="40000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2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3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6" fill="hold" nodeType="withEffect" p14:presetBounceEnd="4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6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9" presetID="2" presetClass="entr" presetSubtype="6" fill="hold" nodeType="afterEffect" p14:presetBounceEnd="4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1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2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2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2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2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6" presetClass="emph" presetSubtype="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Scale>
                                          <p:cBhvr>
                                            <p:cTn id="16" dur="200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8" presetID="2" presetClass="entr" presetSubtype="6" fill="hold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" presetID="2" presetClass="entr" presetSubtype="6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" presetClass="entr" presetSubtype="6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6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6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9" presetID="2" presetClass="entr" presetSubtype="6" fill="hold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1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1428750"/>
            <a:ext cx="9144000" cy="3714750"/>
            <a:chOff x="0" y="1428750"/>
            <a:chExt cx="9144000" cy="3714750"/>
          </a:xfrm>
        </p:grpSpPr>
        <p:sp>
          <p:nvSpPr>
            <p:cNvPr id="4" name="流程图: 文档 3"/>
            <p:cNvSpPr/>
            <p:nvPr/>
          </p:nvSpPr>
          <p:spPr>
            <a:xfrm rot="10800000" flipH="1">
              <a:off x="0" y="1428750"/>
              <a:ext cx="9144000" cy="3714750"/>
            </a:xfrm>
            <a:prstGeom prst="flowChartDocument">
              <a:avLst/>
            </a:pr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流程图: 文档 4"/>
            <p:cNvSpPr/>
            <p:nvPr/>
          </p:nvSpPr>
          <p:spPr>
            <a:xfrm rot="10800000" flipH="1">
              <a:off x="0" y="1809752"/>
              <a:ext cx="9144000" cy="3333747"/>
            </a:xfrm>
            <a:prstGeom prst="flowChartDocumen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流程图: 文档 5"/>
            <p:cNvSpPr/>
            <p:nvPr/>
          </p:nvSpPr>
          <p:spPr>
            <a:xfrm rot="10800000" flipH="1">
              <a:off x="0" y="1981199"/>
              <a:ext cx="9144000" cy="3162299"/>
            </a:xfrm>
            <a:prstGeom prst="flowChartDocument">
              <a:avLst/>
            </a:prstGeom>
            <a:solidFill>
              <a:srgbClr val="1B43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流程图: 文档 6"/>
            <p:cNvSpPr/>
            <p:nvPr/>
          </p:nvSpPr>
          <p:spPr>
            <a:xfrm rot="10800000" flipH="1">
              <a:off x="0" y="2171699"/>
              <a:ext cx="9144000" cy="2971800"/>
            </a:xfrm>
            <a:prstGeom prst="flowChartDocument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6769570" y="-88136"/>
            <a:ext cx="136607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8000" dirty="0">
                <a:solidFill>
                  <a:srgbClr val="FFC50D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rPr>
              <a:t>1</a:t>
            </a:r>
            <a:endParaRPr lang="zh-CN" altLang="en-US" sz="18000" dirty="0">
              <a:solidFill>
                <a:srgbClr val="FFC50D"/>
              </a:solidFill>
              <a:latin typeface="方正正中黑_GBK" panose="02000000000000000000" pitchFamily="2" charset="-122"/>
              <a:ea typeface="方正正中黑_GBK" panose="02000000000000000000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2563" y="2833747"/>
            <a:ext cx="60757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你看到的是真实的世界吗</a:t>
            </a:r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2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6" presetClass="emph" presetSubtype="0" autoRev="1" fill="hold" grpId="1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Scale>
                                          <p:cBhvr>
                                            <p:cTn id="16" dur="200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/>
          <p:bldP spid="12" grpId="1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2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6" presetClass="emph" presetSubtype="0" autoRev="1" fill="hold" grpId="1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Scale>
                                          <p:cBhvr>
                                            <p:cTn id="16" dur="200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/>
          <p:bldP spid="12" grpId="1"/>
          <p:bldP spid="13" grpId="0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933451" y="181289"/>
            <a:ext cx="2836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你看到的是真实的世界吗</a:t>
            </a:r>
            <a:r>
              <a:rPr lang="en-US" altLang="zh-CN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3571878" y="1521308"/>
            <a:ext cx="1268286" cy="1260000"/>
            <a:chOff x="3543303" y="1445108"/>
            <a:chExt cx="1268286" cy="1260000"/>
          </a:xfrm>
        </p:grpSpPr>
        <p:sp>
          <p:nvSpPr>
            <p:cNvPr id="28" name="任意多边形 27"/>
            <p:cNvSpPr/>
            <p:nvPr/>
          </p:nvSpPr>
          <p:spPr>
            <a:xfrm>
              <a:off x="3543303" y="1445108"/>
              <a:ext cx="1260000" cy="1260000"/>
            </a:xfrm>
            <a:custGeom>
              <a:avLst/>
              <a:gdLst>
                <a:gd name="connsiteX0" fmla="*/ 437267 w 1260000"/>
                <a:gd name="connsiteY0" fmla="*/ 0 h 1260000"/>
                <a:gd name="connsiteX1" fmla="*/ 1260000 w 1260000"/>
                <a:gd name="connsiteY1" fmla="*/ 0 h 1260000"/>
                <a:gd name="connsiteX2" fmla="*/ 1260000 w 1260000"/>
                <a:gd name="connsiteY2" fmla="*/ 1260000 h 1260000"/>
                <a:gd name="connsiteX3" fmla="*/ 0 w 1260000"/>
                <a:gd name="connsiteY3" fmla="*/ 1260000 h 1260000"/>
                <a:gd name="connsiteX4" fmla="*/ 0 w 1260000"/>
                <a:gd name="connsiteY4" fmla="*/ 437267 h 1260000"/>
                <a:gd name="connsiteX5" fmla="*/ 0 w 1260000"/>
                <a:gd name="connsiteY5" fmla="*/ 0 h 1260000"/>
                <a:gd name="connsiteX6" fmla="*/ 335443 w 1260000"/>
                <a:gd name="connsiteY6" fmla="*/ 0 h 1260000"/>
                <a:gd name="connsiteX7" fmla="*/ 0 w 1260000"/>
                <a:gd name="connsiteY7" fmla="*/ 335443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0000" h="1260000">
                  <a:moveTo>
                    <a:pt x="437267" y="0"/>
                  </a:moveTo>
                  <a:lnTo>
                    <a:pt x="1260000" y="0"/>
                  </a:lnTo>
                  <a:lnTo>
                    <a:pt x="1260000" y="1260000"/>
                  </a:lnTo>
                  <a:lnTo>
                    <a:pt x="0" y="1260000"/>
                  </a:lnTo>
                  <a:lnTo>
                    <a:pt x="0" y="437267"/>
                  </a:lnTo>
                  <a:close/>
                  <a:moveTo>
                    <a:pt x="0" y="0"/>
                  </a:moveTo>
                  <a:lnTo>
                    <a:pt x="335443" y="0"/>
                  </a:lnTo>
                  <a:lnTo>
                    <a:pt x="0" y="335443"/>
                  </a:lnTo>
                  <a:close/>
                </a:path>
              </a:pathLst>
            </a:cu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3646811" y="1768260"/>
              <a:ext cx="1164778" cy="336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感知的主观性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840164" y="1521307"/>
            <a:ext cx="1260000" cy="1260000"/>
            <a:chOff x="4803303" y="1445108"/>
            <a:chExt cx="1260000" cy="1260000"/>
          </a:xfrm>
        </p:grpSpPr>
        <p:sp>
          <p:nvSpPr>
            <p:cNvPr id="35" name="任意多边形 34"/>
            <p:cNvSpPr/>
            <p:nvPr/>
          </p:nvSpPr>
          <p:spPr>
            <a:xfrm flipH="1">
              <a:off x="4803303" y="1445108"/>
              <a:ext cx="1260000" cy="1260000"/>
            </a:xfrm>
            <a:custGeom>
              <a:avLst/>
              <a:gdLst>
                <a:gd name="connsiteX0" fmla="*/ 437267 w 1260000"/>
                <a:gd name="connsiteY0" fmla="*/ 0 h 1260000"/>
                <a:gd name="connsiteX1" fmla="*/ 1260000 w 1260000"/>
                <a:gd name="connsiteY1" fmla="*/ 0 h 1260000"/>
                <a:gd name="connsiteX2" fmla="*/ 1260000 w 1260000"/>
                <a:gd name="connsiteY2" fmla="*/ 1260000 h 1260000"/>
                <a:gd name="connsiteX3" fmla="*/ 0 w 1260000"/>
                <a:gd name="connsiteY3" fmla="*/ 1260000 h 1260000"/>
                <a:gd name="connsiteX4" fmla="*/ 0 w 1260000"/>
                <a:gd name="connsiteY4" fmla="*/ 437267 h 1260000"/>
                <a:gd name="connsiteX5" fmla="*/ 0 w 1260000"/>
                <a:gd name="connsiteY5" fmla="*/ 0 h 1260000"/>
                <a:gd name="connsiteX6" fmla="*/ 335443 w 1260000"/>
                <a:gd name="connsiteY6" fmla="*/ 0 h 1260000"/>
                <a:gd name="connsiteX7" fmla="*/ 0 w 1260000"/>
                <a:gd name="connsiteY7" fmla="*/ 335443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0000" h="1260000">
                  <a:moveTo>
                    <a:pt x="437267" y="0"/>
                  </a:moveTo>
                  <a:lnTo>
                    <a:pt x="1260000" y="0"/>
                  </a:lnTo>
                  <a:lnTo>
                    <a:pt x="1260000" y="1260000"/>
                  </a:lnTo>
                  <a:lnTo>
                    <a:pt x="0" y="1260000"/>
                  </a:lnTo>
                  <a:lnTo>
                    <a:pt x="0" y="437267"/>
                  </a:lnTo>
                  <a:close/>
                  <a:moveTo>
                    <a:pt x="0" y="0"/>
                  </a:moveTo>
                  <a:lnTo>
                    <a:pt x="335443" y="0"/>
                  </a:lnTo>
                  <a:lnTo>
                    <a:pt x="0" y="335443"/>
                  </a:lnTo>
                  <a:close/>
                </a:path>
              </a:pathLst>
            </a:cu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4897089" y="1768261"/>
              <a:ext cx="1069554" cy="336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dirty="0">
                  <a:solidFill>
                    <a:srgbClr val="132F4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人类与动物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580164" y="2781308"/>
            <a:ext cx="1260000" cy="1260000"/>
            <a:chOff x="3543303" y="2705108"/>
            <a:chExt cx="1260000" cy="1260000"/>
          </a:xfrm>
        </p:grpSpPr>
        <p:sp>
          <p:nvSpPr>
            <p:cNvPr id="37" name="任意多边形 36"/>
            <p:cNvSpPr/>
            <p:nvPr/>
          </p:nvSpPr>
          <p:spPr>
            <a:xfrm flipV="1">
              <a:off x="3543303" y="2705108"/>
              <a:ext cx="1260000" cy="1260000"/>
            </a:xfrm>
            <a:custGeom>
              <a:avLst/>
              <a:gdLst>
                <a:gd name="connsiteX0" fmla="*/ 437267 w 1260000"/>
                <a:gd name="connsiteY0" fmla="*/ 0 h 1260000"/>
                <a:gd name="connsiteX1" fmla="*/ 1260000 w 1260000"/>
                <a:gd name="connsiteY1" fmla="*/ 0 h 1260000"/>
                <a:gd name="connsiteX2" fmla="*/ 1260000 w 1260000"/>
                <a:gd name="connsiteY2" fmla="*/ 1260000 h 1260000"/>
                <a:gd name="connsiteX3" fmla="*/ 0 w 1260000"/>
                <a:gd name="connsiteY3" fmla="*/ 1260000 h 1260000"/>
                <a:gd name="connsiteX4" fmla="*/ 0 w 1260000"/>
                <a:gd name="connsiteY4" fmla="*/ 437267 h 1260000"/>
                <a:gd name="connsiteX5" fmla="*/ 0 w 1260000"/>
                <a:gd name="connsiteY5" fmla="*/ 0 h 1260000"/>
                <a:gd name="connsiteX6" fmla="*/ 335443 w 1260000"/>
                <a:gd name="connsiteY6" fmla="*/ 0 h 1260000"/>
                <a:gd name="connsiteX7" fmla="*/ 0 w 1260000"/>
                <a:gd name="connsiteY7" fmla="*/ 335443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0000" h="1260000">
                  <a:moveTo>
                    <a:pt x="437267" y="0"/>
                  </a:moveTo>
                  <a:lnTo>
                    <a:pt x="1260000" y="0"/>
                  </a:lnTo>
                  <a:lnTo>
                    <a:pt x="1260000" y="1260000"/>
                  </a:lnTo>
                  <a:lnTo>
                    <a:pt x="0" y="1260000"/>
                  </a:lnTo>
                  <a:lnTo>
                    <a:pt x="0" y="437267"/>
                  </a:lnTo>
                  <a:close/>
                  <a:moveTo>
                    <a:pt x="0" y="0"/>
                  </a:moveTo>
                  <a:lnTo>
                    <a:pt x="335443" y="0"/>
                  </a:lnTo>
                  <a:lnTo>
                    <a:pt x="0" y="335443"/>
                  </a:lnTo>
                  <a:close/>
                </a:path>
              </a:pathLst>
            </a:cu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3638526" y="3027572"/>
              <a:ext cx="1069554" cy="336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dirty="0">
                  <a:solidFill>
                    <a:srgbClr val="132F4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认知偏差</a:t>
              </a:r>
            </a:p>
          </p:txBody>
        </p:sp>
      </p:grpSp>
      <p:sp>
        <p:nvSpPr>
          <p:cNvPr id="44" name="矩形 43"/>
          <p:cNvSpPr/>
          <p:nvPr/>
        </p:nvSpPr>
        <p:spPr>
          <a:xfrm>
            <a:off x="6342654" y="980827"/>
            <a:ext cx="2295720" cy="1721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人类与不同生物的对比，根据对人眼认知能力的研究，人类仅能感知</a:t>
            </a:r>
            <a:r>
              <a:rPr lang="en-US" altLang="zh-CN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380-780</a:t>
            </a: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多纳米可见光波，而其他生物不同，则认知世界的形态也不同。认知世界并非唯一。</a:t>
            </a:r>
          </a:p>
        </p:txBody>
      </p:sp>
      <p:sp>
        <p:nvSpPr>
          <p:cNvPr id="45" name="矩形 44"/>
          <p:cNvSpPr/>
          <p:nvPr/>
        </p:nvSpPr>
        <p:spPr>
          <a:xfrm>
            <a:off x="1026541" y="980827"/>
            <a:ext cx="2295720" cy="1721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人依赖于眼睛感知到的事物去理解世界</a:t>
            </a:r>
            <a:r>
              <a:rPr lang="en-US" altLang="zh-CN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但眼睛常会带来错觉（幻觉），如颜色、明暗度的比对。以及我们主观认知或文化习惯也会对感知世界带来影响。</a:t>
            </a:r>
          </a:p>
        </p:txBody>
      </p:sp>
      <p:sp>
        <p:nvSpPr>
          <p:cNvPr id="47" name="矩形 46"/>
          <p:cNvSpPr/>
          <p:nvPr/>
        </p:nvSpPr>
        <p:spPr>
          <a:xfrm>
            <a:off x="1036793" y="3074613"/>
            <a:ext cx="2295720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感知世界是依赖于认知者的</a:t>
            </a:r>
            <a:r>
              <a:rPr lang="en-US" altLang="zh-CN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盲人摸象。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9811609-0D26-5C1E-BD52-4B95969128CB}"/>
              </a:ext>
            </a:extLst>
          </p:cNvPr>
          <p:cNvSpPr txBox="1"/>
          <p:nvPr/>
        </p:nvSpPr>
        <p:spPr>
          <a:xfrm>
            <a:off x="6331241" y="2844972"/>
            <a:ext cx="2295721" cy="101566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spcAft>
                <a:spcPts val="1200"/>
              </a:spcAft>
              <a:defRPr sz="120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神经科学研究显示，大脑通过复杂的神经活动处理感官信息，这些活动可能受到生理和心理状态的影响，进一步影响我们对世界的感知。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275A366-45C0-B303-BDED-2F75E3739ED2}"/>
              </a:ext>
            </a:extLst>
          </p:cNvPr>
          <p:cNvGrpSpPr/>
          <p:nvPr/>
        </p:nvGrpSpPr>
        <p:grpSpPr>
          <a:xfrm rot="10800000">
            <a:off x="4833481" y="2781308"/>
            <a:ext cx="1260000" cy="1260000"/>
            <a:chOff x="3543303" y="1445108"/>
            <a:chExt cx="1260000" cy="1260000"/>
          </a:xfrm>
        </p:grpSpPr>
        <p:sp>
          <p:nvSpPr>
            <p:cNvPr id="14" name="任意多边形 27">
              <a:extLst>
                <a:ext uri="{FF2B5EF4-FFF2-40B4-BE49-F238E27FC236}">
                  <a16:creationId xmlns:a16="http://schemas.microsoft.com/office/drawing/2014/main" id="{8D83B744-6DFA-0866-72BF-F45C15F434C7}"/>
                </a:ext>
              </a:extLst>
            </p:cNvPr>
            <p:cNvSpPr/>
            <p:nvPr/>
          </p:nvSpPr>
          <p:spPr>
            <a:xfrm>
              <a:off x="3543303" y="1445108"/>
              <a:ext cx="1260000" cy="1260000"/>
            </a:xfrm>
            <a:custGeom>
              <a:avLst/>
              <a:gdLst>
                <a:gd name="connsiteX0" fmla="*/ 437267 w 1260000"/>
                <a:gd name="connsiteY0" fmla="*/ 0 h 1260000"/>
                <a:gd name="connsiteX1" fmla="*/ 1260000 w 1260000"/>
                <a:gd name="connsiteY1" fmla="*/ 0 h 1260000"/>
                <a:gd name="connsiteX2" fmla="*/ 1260000 w 1260000"/>
                <a:gd name="connsiteY2" fmla="*/ 1260000 h 1260000"/>
                <a:gd name="connsiteX3" fmla="*/ 0 w 1260000"/>
                <a:gd name="connsiteY3" fmla="*/ 1260000 h 1260000"/>
                <a:gd name="connsiteX4" fmla="*/ 0 w 1260000"/>
                <a:gd name="connsiteY4" fmla="*/ 437267 h 1260000"/>
                <a:gd name="connsiteX5" fmla="*/ 0 w 1260000"/>
                <a:gd name="connsiteY5" fmla="*/ 0 h 1260000"/>
                <a:gd name="connsiteX6" fmla="*/ 335443 w 1260000"/>
                <a:gd name="connsiteY6" fmla="*/ 0 h 1260000"/>
                <a:gd name="connsiteX7" fmla="*/ 0 w 1260000"/>
                <a:gd name="connsiteY7" fmla="*/ 335443 h 12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0000" h="1260000">
                  <a:moveTo>
                    <a:pt x="437267" y="0"/>
                  </a:moveTo>
                  <a:lnTo>
                    <a:pt x="1260000" y="0"/>
                  </a:lnTo>
                  <a:lnTo>
                    <a:pt x="1260000" y="1260000"/>
                  </a:lnTo>
                  <a:lnTo>
                    <a:pt x="0" y="1260000"/>
                  </a:lnTo>
                  <a:lnTo>
                    <a:pt x="0" y="437267"/>
                  </a:lnTo>
                  <a:close/>
                  <a:moveTo>
                    <a:pt x="0" y="0"/>
                  </a:moveTo>
                  <a:lnTo>
                    <a:pt x="335443" y="0"/>
                  </a:lnTo>
                  <a:lnTo>
                    <a:pt x="0" y="335443"/>
                  </a:lnTo>
                  <a:close/>
                </a:path>
              </a:pathLst>
            </a:cu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77423CD-2E16-4AA2-2E3D-686EC06CF63D}"/>
                </a:ext>
              </a:extLst>
            </p:cNvPr>
            <p:cNvSpPr txBox="1"/>
            <p:nvPr/>
          </p:nvSpPr>
          <p:spPr>
            <a:xfrm rot="10800000">
              <a:off x="3589652" y="2045949"/>
              <a:ext cx="1164778" cy="336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感知的主观性</a:t>
              </a:r>
            </a:p>
          </p:txBody>
        </p:sp>
      </p:grpSp>
      <p:sp>
        <p:nvSpPr>
          <p:cNvPr id="42" name="矩形 41"/>
          <p:cNvSpPr/>
          <p:nvPr/>
        </p:nvSpPr>
        <p:spPr>
          <a:xfrm rot="2700000">
            <a:off x="4650902" y="2600333"/>
            <a:ext cx="361950" cy="361950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autoRev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11" dur="200" fill="hold"/>
                                        <p:tgtEl>
                                          <p:spTgt spid="1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mph" presetSubtype="0" autoRev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8" dur="200" fill="hold"/>
                                        <p:tgtEl>
                                          <p:spTgt spid="1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mph" presetSubtype="0" autoRev="1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25" dur="200" fill="hold"/>
                                        <p:tgtEl>
                                          <p:spTgt spid="1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100"/>
                            </p:stCondLst>
                            <p:childTnLst>
                              <p:par>
                                <p:cTn id="27" presetID="12" presetClass="entr" presetSubtype="8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5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5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8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5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mph" presetSubtype="0" autoRev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46" dur="200" fill="hold"/>
                                        <p:tgtEl>
                                          <p:spTgt spid="1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180775" y="985092"/>
            <a:ext cx="1996233" cy="1996233"/>
            <a:chOff x="1180775" y="985092"/>
            <a:chExt cx="1996233" cy="1996233"/>
          </a:xfrm>
        </p:grpSpPr>
        <p:sp>
          <p:nvSpPr>
            <p:cNvPr id="22" name="椭圆 21"/>
            <p:cNvSpPr/>
            <p:nvPr/>
          </p:nvSpPr>
          <p:spPr>
            <a:xfrm>
              <a:off x="1180775" y="985092"/>
              <a:ext cx="1996233" cy="1996233"/>
            </a:xfrm>
            <a:prstGeom prst="ellipse">
              <a:avLst/>
            </a:pr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饼形 2"/>
            <p:cNvSpPr/>
            <p:nvPr/>
          </p:nvSpPr>
          <p:spPr>
            <a:xfrm>
              <a:off x="1180775" y="985092"/>
              <a:ext cx="1996233" cy="1996233"/>
            </a:xfrm>
            <a:prstGeom prst="pie">
              <a:avLst/>
            </a:prstGeom>
            <a:solidFill>
              <a:srgbClr val="1B43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379267" y="1183584"/>
            <a:ext cx="1599249" cy="1599249"/>
            <a:chOff x="1379267" y="1183584"/>
            <a:chExt cx="1599249" cy="1599249"/>
          </a:xfrm>
        </p:grpSpPr>
        <p:sp>
          <p:nvSpPr>
            <p:cNvPr id="2" name="椭圆 1"/>
            <p:cNvSpPr/>
            <p:nvPr/>
          </p:nvSpPr>
          <p:spPr>
            <a:xfrm>
              <a:off x="1379267" y="1183584"/>
              <a:ext cx="1599249" cy="1599249"/>
            </a:xfrm>
            <a:prstGeom prst="ellipse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2115100" y="1610215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zh-CN" altLang="en-US" sz="2400" dirty="0">
                <a:solidFill>
                  <a:schemeClr val="bg1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endParaRPr>
            </a:p>
          </p:txBody>
        </p:sp>
      </p:grpSp>
      <p:sp>
        <p:nvSpPr>
          <p:cNvPr id="24" name="矩形 23"/>
          <p:cNvSpPr/>
          <p:nvPr/>
        </p:nvSpPr>
        <p:spPr>
          <a:xfrm>
            <a:off x="1265224" y="3065517"/>
            <a:ext cx="1903534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符号表征的象征界</a:t>
            </a:r>
            <a:r>
              <a:rPr lang="en-US" altLang="zh-CN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你对象的性别、身高？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3704900" y="998143"/>
            <a:ext cx="1996233" cy="1996233"/>
            <a:chOff x="3704900" y="998143"/>
            <a:chExt cx="1996233" cy="1996233"/>
          </a:xfrm>
        </p:grpSpPr>
        <p:sp>
          <p:nvSpPr>
            <p:cNvPr id="25" name="椭圆 24"/>
            <p:cNvSpPr/>
            <p:nvPr/>
          </p:nvSpPr>
          <p:spPr>
            <a:xfrm>
              <a:off x="3704900" y="998143"/>
              <a:ext cx="1996233" cy="1996233"/>
            </a:xfrm>
            <a:prstGeom prst="ellipse">
              <a:avLst/>
            </a:pr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饼形 25"/>
            <p:cNvSpPr/>
            <p:nvPr/>
          </p:nvSpPr>
          <p:spPr>
            <a:xfrm>
              <a:off x="3704900" y="998143"/>
              <a:ext cx="1996233" cy="1996233"/>
            </a:xfrm>
            <a:prstGeom prst="pie">
              <a:avLst>
                <a:gd name="adj1" fmla="val 10765348"/>
                <a:gd name="adj2" fmla="val 16200000"/>
              </a:avLst>
            </a:prstGeom>
            <a:solidFill>
              <a:srgbClr val="1B43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903392" y="1196635"/>
            <a:ext cx="1599249" cy="1599249"/>
            <a:chOff x="3903392" y="1196635"/>
            <a:chExt cx="1599249" cy="1599249"/>
          </a:xfrm>
        </p:grpSpPr>
        <p:sp>
          <p:nvSpPr>
            <p:cNvPr id="27" name="椭圆 26"/>
            <p:cNvSpPr/>
            <p:nvPr/>
          </p:nvSpPr>
          <p:spPr>
            <a:xfrm>
              <a:off x="3903392" y="1196635"/>
              <a:ext cx="1599249" cy="1599249"/>
            </a:xfrm>
            <a:prstGeom prst="ellipse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4639226" y="1623266"/>
              <a:ext cx="1847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zh-CN" altLang="en-US" sz="2400" dirty="0">
                <a:solidFill>
                  <a:schemeClr val="bg1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endParaRPr>
            </a:p>
          </p:txBody>
        </p:sp>
      </p:grpSp>
      <p:sp>
        <p:nvSpPr>
          <p:cNvPr id="29" name="矩形 28"/>
          <p:cNvSpPr/>
          <p:nvPr/>
        </p:nvSpPr>
        <p:spPr>
          <a:xfrm>
            <a:off x="3789349" y="3078568"/>
            <a:ext cx="1903534" cy="11676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自我镜像的想象界</a:t>
            </a:r>
            <a:r>
              <a:rPr lang="en-US" altLang="zh-CN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情人眼里出西施，自我欲望倒错后你投射于你对象身上的形象。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6229025" y="1011194"/>
            <a:ext cx="1996233" cy="1996233"/>
            <a:chOff x="6229025" y="1011194"/>
            <a:chExt cx="1996233" cy="1996233"/>
          </a:xfrm>
        </p:grpSpPr>
        <p:sp>
          <p:nvSpPr>
            <p:cNvPr id="30" name="椭圆 29"/>
            <p:cNvSpPr/>
            <p:nvPr/>
          </p:nvSpPr>
          <p:spPr>
            <a:xfrm>
              <a:off x="6229025" y="1011194"/>
              <a:ext cx="1996233" cy="1996233"/>
            </a:xfrm>
            <a:prstGeom prst="ellipse">
              <a:avLst/>
            </a:pr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饼形 30"/>
            <p:cNvSpPr/>
            <p:nvPr/>
          </p:nvSpPr>
          <p:spPr>
            <a:xfrm>
              <a:off x="6229025" y="1011194"/>
              <a:ext cx="1996233" cy="1996233"/>
            </a:xfrm>
            <a:prstGeom prst="pie">
              <a:avLst>
                <a:gd name="adj1" fmla="val 5406839"/>
                <a:gd name="adj2" fmla="val 16200000"/>
              </a:avLst>
            </a:prstGeom>
            <a:solidFill>
              <a:srgbClr val="1B43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427517" y="1209686"/>
            <a:ext cx="1599249" cy="1599249"/>
            <a:chOff x="6427517" y="1209686"/>
            <a:chExt cx="1599249" cy="1599249"/>
          </a:xfrm>
        </p:grpSpPr>
        <p:sp>
          <p:nvSpPr>
            <p:cNvPr id="32" name="椭圆 31"/>
            <p:cNvSpPr/>
            <p:nvPr/>
          </p:nvSpPr>
          <p:spPr>
            <a:xfrm>
              <a:off x="6427517" y="1209686"/>
              <a:ext cx="1599249" cy="1599249"/>
            </a:xfrm>
            <a:prstGeom prst="ellipse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7163350" y="1636317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zh-CN" altLang="en-US" sz="2400" dirty="0">
                <a:solidFill>
                  <a:schemeClr val="bg1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endParaRPr>
            </a:p>
          </p:txBody>
        </p:sp>
      </p:grpSp>
      <p:sp>
        <p:nvSpPr>
          <p:cNvPr id="34" name="矩形 33"/>
          <p:cNvSpPr/>
          <p:nvPr/>
        </p:nvSpPr>
        <p:spPr>
          <a:xfrm>
            <a:off x="6313474" y="3091619"/>
            <a:ext cx="1903534" cy="11676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绝对真实的实在界</a:t>
            </a:r>
            <a:r>
              <a:rPr lang="en-US" altLang="zh-CN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不可知的实在界中，剥除一切符号与投射后的这个人的本质存在。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933451" y="181289"/>
            <a:ext cx="2836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精神分析</a:t>
            </a:r>
            <a:r>
              <a:rPr lang="en-US" altLang="zh-CN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拉康的三界定理</a:t>
            </a:r>
            <a:r>
              <a:rPr lang="en-US" altLang="zh-CN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1800" dirty="0">
              <a:solidFill>
                <a:srgbClr val="1B436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autoRev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1" dur="200" fill="hold"/>
                                        <p:tgtEl>
                                          <p:spTgt spid="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8" dur="200" fill="hold"/>
                                        <p:tgtEl>
                                          <p:spTgt spid="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00"/>
                            </p:stCondLst>
                            <p:childTnLst>
                              <p:par>
                                <p:cTn id="20" presetID="12" presetClass="entr" presetSubtype="4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mph" presetSubtype="0" autoRev="1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30" dur="200" fill="hold"/>
                                        <p:tgtEl>
                                          <p:spTgt spid="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mph" presetSubtype="0" autoRev="1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37" dur="200" fill="hold"/>
                                        <p:tgtEl>
                                          <p:spTgt spid="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2" presetClass="entr" presetSubtype="4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2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mph" presetSubtype="0" autoRev="1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49" dur="200" fill="hold"/>
                                        <p:tgtEl>
                                          <p:spTgt spid="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" presetClass="emph" presetSubtype="0" autoRev="1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56" dur="200" fill="hold"/>
                                        <p:tgtEl>
                                          <p:spTgt spid="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200"/>
                            </p:stCondLst>
                            <p:childTnLst>
                              <p:par>
                                <p:cTn id="58" presetID="12" presetClass="entr" presetSubtype="4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25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9" grpId="0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1063578" y="1703852"/>
            <a:ext cx="2603693" cy="1735795"/>
            <a:chOff x="1257298" y="2883830"/>
            <a:chExt cx="2352675" cy="1568450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7298" y="2883830"/>
              <a:ext cx="2352675" cy="1568450"/>
            </a:xfrm>
            <a:prstGeom prst="rect">
              <a:avLst/>
            </a:prstGeom>
          </p:spPr>
        </p:pic>
        <p:sp>
          <p:nvSpPr>
            <p:cNvPr id="13" name="直角三角形 12"/>
            <p:cNvSpPr/>
            <p:nvPr/>
          </p:nvSpPr>
          <p:spPr>
            <a:xfrm rot="5400000">
              <a:off x="1257298" y="2898337"/>
              <a:ext cx="266700" cy="266700"/>
            </a:xfrm>
            <a:prstGeom prst="rtTriangle">
              <a:avLst/>
            </a:prstGeom>
            <a:solidFill>
              <a:srgbClr val="1B43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矩形 15"/>
          <p:cNvSpPr/>
          <p:nvPr/>
        </p:nvSpPr>
        <p:spPr>
          <a:xfrm>
            <a:off x="4105274" y="1229289"/>
            <a:ext cx="4591051" cy="1906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若将真实定义为感知，则世界不过信号的传递与接受若以拉康精神分析断定真实，则所谓“现实”是三重过滤的结果：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）实在界的不可知性；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）想象界的自我投射；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）象征界的符号规训。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4105274" y="3381866"/>
            <a:ext cx="4591051" cy="1167692"/>
            <a:chOff x="3981449" y="3381866"/>
            <a:chExt cx="4591051" cy="1167692"/>
          </a:xfrm>
        </p:grpSpPr>
        <p:sp>
          <p:nvSpPr>
            <p:cNvPr id="18" name="矩形 17"/>
            <p:cNvSpPr/>
            <p:nvPr/>
          </p:nvSpPr>
          <p:spPr>
            <a:xfrm>
              <a:off x="3981449" y="3658865"/>
              <a:ext cx="4591051" cy="8906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我们感知的世界不是实在界的复刻，而是三界博弈的动态剧场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其中虚假与真实互为镜像，欲望与语言共谋编织存在的意义之网。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069140" y="3381866"/>
              <a:ext cx="1415772" cy="276999"/>
            </a:xfrm>
            <a:prstGeom prst="rect">
              <a:avLst/>
            </a:prstGeom>
            <a:solidFill>
              <a:srgbClr val="FFC50D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solidFill>
                    <a:srgbClr val="1B43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“真理来自误认”</a:t>
              </a: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933451" y="18128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感知的世界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933451" y="181289"/>
            <a:ext cx="179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生活中的心理学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037517" y="1075939"/>
            <a:ext cx="2243729" cy="3630454"/>
            <a:chOff x="1276186" y="1181100"/>
            <a:chExt cx="2243729" cy="3630454"/>
          </a:xfrm>
        </p:grpSpPr>
        <p:grpSp>
          <p:nvGrpSpPr>
            <p:cNvPr id="3" name="组合 2"/>
            <p:cNvGrpSpPr/>
            <p:nvPr/>
          </p:nvGrpSpPr>
          <p:grpSpPr>
            <a:xfrm>
              <a:off x="1276186" y="1181101"/>
              <a:ext cx="2243729" cy="3630453"/>
              <a:chOff x="1276186" y="1181101"/>
              <a:chExt cx="2243729" cy="3630453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1276186" y="1181101"/>
                <a:ext cx="2171863" cy="334327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AFCEE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2862364" y="3611225"/>
                <a:ext cx="65755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7200" dirty="0">
                    <a:solidFill>
                      <a:srgbClr val="AFCEEB"/>
                    </a:solidFill>
                    <a:latin typeface="方正正中黑_GBK" panose="02000000000000000000" pitchFamily="2" charset="-122"/>
                    <a:ea typeface="方正正中黑_GBK" panose="02000000000000000000" pitchFamily="2" charset="-122"/>
                  </a:rPr>
                  <a:t>1</a:t>
                </a:r>
                <a:endParaRPr lang="zh-CN" altLang="en-US" sz="7200" dirty="0">
                  <a:solidFill>
                    <a:srgbClr val="AFCEEB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1276186" y="1181100"/>
              <a:ext cx="2171863" cy="379095"/>
              <a:chOff x="1276186" y="1181100"/>
              <a:chExt cx="2171863" cy="379095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1276186" y="1181100"/>
                <a:ext cx="2171863" cy="333376"/>
              </a:xfrm>
              <a:prstGeom prst="rect">
                <a:avLst/>
              </a:prstGeom>
              <a:pattFill prst="smCheck">
                <a:fgClr>
                  <a:srgbClr val="2E75B6"/>
                </a:fgClr>
                <a:bgClr>
                  <a:schemeClr val="accent1">
                    <a:lumMod val="50000"/>
                  </a:schemeClr>
                </a:bgClr>
              </a:patt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1276186" y="1514476"/>
                <a:ext cx="2171863" cy="45719"/>
              </a:xfrm>
              <a:prstGeom prst="rect">
                <a:avLst/>
              </a:prstGeom>
              <a:solidFill>
                <a:srgbClr val="FFC50D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1276186" y="1209289"/>
                <a:ext cx="11079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视觉错觉应用</a:t>
                </a:r>
              </a:p>
            </p:txBody>
          </p:sp>
        </p:grpSp>
        <p:sp>
          <p:nvSpPr>
            <p:cNvPr id="32" name="矩形 31"/>
            <p:cNvSpPr/>
            <p:nvPr/>
          </p:nvSpPr>
          <p:spPr>
            <a:xfrm>
              <a:off x="1419060" y="1665198"/>
              <a:ext cx="1886113" cy="1078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32F4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商场橱窗设计利用线条错觉，让空间看起来更宽敞；道路标识通过图案视觉引导，避免驾驶员误判距离。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5795558" y="1075939"/>
            <a:ext cx="2309546" cy="3630454"/>
            <a:chOff x="1276186" y="1181100"/>
            <a:chExt cx="2309546" cy="3630454"/>
          </a:xfrm>
        </p:grpSpPr>
        <p:grpSp>
          <p:nvGrpSpPr>
            <p:cNvPr id="34" name="组合 33"/>
            <p:cNvGrpSpPr/>
            <p:nvPr/>
          </p:nvGrpSpPr>
          <p:grpSpPr>
            <a:xfrm>
              <a:off x="1276186" y="1181101"/>
              <a:ext cx="2309546" cy="3630453"/>
              <a:chOff x="1276186" y="1181101"/>
              <a:chExt cx="2309546" cy="3630453"/>
            </a:xfrm>
          </p:grpSpPr>
          <p:sp>
            <p:nvSpPr>
              <p:cNvPr id="40" name="矩形 39"/>
              <p:cNvSpPr/>
              <p:nvPr/>
            </p:nvSpPr>
            <p:spPr>
              <a:xfrm>
                <a:off x="1276186" y="1181101"/>
                <a:ext cx="2171863" cy="334327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AFCEE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2777497" y="3611225"/>
                <a:ext cx="80823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7200" dirty="0">
                    <a:solidFill>
                      <a:srgbClr val="AFCEEB"/>
                    </a:solidFill>
                    <a:latin typeface="方正正中黑_GBK" panose="02000000000000000000" pitchFamily="2" charset="-122"/>
                    <a:ea typeface="方正正中黑_GBK" panose="02000000000000000000" pitchFamily="2" charset="-122"/>
                  </a:rPr>
                  <a:t>2</a:t>
                </a:r>
                <a:endParaRPr lang="zh-CN" altLang="en-US" sz="7200" dirty="0">
                  <a:solidFill>
                    <a:srgbClr val="AFCEEB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1276186" y="1181100"/>
              <a:ext cx="2171863" cy="379095"/>
              <a:chOff x="1276186" y="1181100"/>
              <a:chExt cx="2171863" cy="379095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1276186" y="1181100"/>
                <a:ext cx="2171863" cy="333376"/>
              </a:xfrm>
              <a:prstGeom prst="rect">
                <a:avLst/>
              </a:prstGeom>
              <a:pattFill prst="smCheck">
                <a:fgClr>
                  <a:srgbClr val="2E75B6"/>
                </a:fgClr>
                <a:bgClr>
                  <a:schemeClr val="accent1">
                    <a:lumMod val="50000"/>
                  </a:schemeClr>
                </a:bgClr>
              </a:patt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1276186" y="1514476"/>
                <a:ext cx="2171863" cy="45719"/>
              </a:xfrm>
              <a:prstGeom prst="rect">
                <a:avLst/>
              </a:prstGeom>
              <a:solidFill>
                <a:srgbClr val="FFC50D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1276186" y="1209289"/>
                <a:ext cx="11079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魔术表演原理</a:t>
                </a:r>
              </a:p>
            </p:txBody>
          </p:sp>
        </p:grpSp>
        <p:sp>
          <p:nvSpPr>
            <p:cNvPr id="36" name="矩形 35"/>
            <p:cNvSpPr/>
            <p:nvPr/>
          </p:nvSpPr>
          <p:spPr>
            <a:xfrm>
              <a:off x="1419060" y="1665198"/>
              <a:ext cx="1886113" cy="1078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 dirty="0">
                  <a:solidFill>
                    <a:srgbClr val="132F4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魔术师利用视角遮挡、快速变换等手法，制造“违背现实”的视觉效果，观众因视觉局限无法察觉真实操作。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1428750"/>
            <a:ext cx="9144000" cy="3714750"/>
            <a:chOff x="0" y="1428750"/>
            <a:chExt cx="9144000" cy="3714750"/>
          </a:xfrm>
        </p:grpSpPr>
        <p:sp>
          <p:nvSpPr>
            <p:cNvPr id="4" name="流程图: 文档 3"/>
            <p:cNvSpPr/>
            <p:nvPr/>
          </p:nvSpPr>
          <p:spPr>
            <a:xfrm rot="10800000" flipH="1">
              <a:off x="0" y="1428750"/>
              <a:ext cx="9144000" cy="3714750"/>
            </a:xfrm>
            <a:prstGeom prst="flowChartDocument">
              <a:avLst/>
            </a:pr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流程图: 文档 4"/>
            <p:cNvSpPr/>
            <p:nvPr/>
          </p:nvSpPr>
          <p:spPr>
            <a:xfrm rot="10800000" flipH="1">
              <a:off x="0" y="1809752"/>
              <a:ext cx="9144000" cy="3333747"/>
            </a:xfrm>
            <a:prstGeom prst="flowChartDocumen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流程图: 文档 5"/>
            <p:cNvSpPr/>
            <p:nvPr/>
          </p:nvSpPr>
          <p:spPr>
            <a:xfrm rot="10800000" flipH="1">
              <a:off x="0" y="1981199"/>
              <a:ext cx="9144000" cy="3162299"/>
            </a:xfrm>
            <a:prstGeom prst="flowChartDocument">
              <a:avLst/>
            </a:prstGeom>
            <a:solidFill>
              <a:srgbClr val="1B43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流程图: 文档 6"/>
            <p:cNvSpPr/>
            <p:nvPr/>
          </p:nvSpPr>
          <p:spPr>
            <a:xfrm rot="10800000" flipH="1">
              <a:off x="0" y="2171699"/>
              <a:ext cx="9144000" cy="2971800"/>
            </a:xfrm>
            <a:prstGeom prst="flowChartDocument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6580416" y="-88136"/>
            <a:ext cx="174438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8000" dirty="0">
                <a:solidFill>
                  <a:srgbClr val="FFC50D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rPr>
              <a:t>2</a:t>
            </a:r>
            <a:endParaRPr lang="zh-CN" altLang="en-US" sz="18000" dirty="0">
              <a:solidFill>
                <a:srgbClr val="FFC50D"/>
              </a:solidFill>
              <a:latin typeface="方正正中黑_GBK" panose="02000000000000000000" pitchFamily="2" charset="-122"/>
              <a:ea typeface="方正正中黑_GBK" panose="02000000000000000000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2563" y="2833747"/>
            <a:ext cx="59875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人眼就是一台高清摄像机</a:t>
            </a:r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2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6" presetClass="emph" presetSubtype="0" autoRev="1" fill="hold" grpId="1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Scale>
                                          <p:cBhvr>
                                            <p:cTn id="16" dur="200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/>
          <p:bldP spid="12" grpId="1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2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6" presetClass="emph" presetSubtype="0" autoRev="1" fill="hold" grpId="1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Scale>
                                          <p:cBhvr>
                                            <p:cTn id="16" dur="200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/>
          <p:bldP spid="12" grpId="1"/>
          <p:bldP spid="13" grpId="0"/>
        </p:bldLst>
      </p:timing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933451" y="18128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感觉器官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344252" y="1459276"/>
            <a:ext cx="2893649" cy="1945379"/>
            <a:chOff x="3344252" y="1459276"/>
            <a:chExt cx="2893649" cy="1945379"/>
          </a:xfrm>
        </p:grpSpPr>
        <p:sp>
          <p:nvSpPr>
            <p:cNvPr id="2" name="等腰三角形 1"/>
            <p:cNvSpPr/>
            <p:nvPr/>
          </p:nvSpPr>
          <p:spPr>
            <a:xfrm flipH="1">
              <a:off x="3505202" y="1629627"/>
              <a:ext cx="2571749" cy="1657350"/>
            </a:xfrm>
            <a:custGeom>
              <a:avLst/>
              <a:gdLst>
                <a:gd name="connsiteX0" fmla="*/ 0 w 3133724"/>
                <a:gd name="connsiteY0" fmla="*/ 1381125 h 1381125"/>
                <a:gd name="connsiteX1" fmla="*/ 1495852 w 3133724"/>
                <a:gd name="connsiteY1" fmla="*/ 0 h 1381125"/>
                <a:gd name="connsiteX2" fmla="*/ 3133724 w 3133724"/>
                <a:gd name="connsiteY2" fmla="*/ 1381125 h 1381125"/>
                <a:gd name="connsiteX3" fmla="*/ 0 w 3133724"/>
                <a:gd name="connsiteY3" fmla="*/ 1381125 h 1381125"/>
                <a:gd name="connsiteX0-1" fmla="*/ 0 w 2943224"/>
                <a:gd name="connsiteY0-2" fmla="*/ 1657350 h 1657350"/>
                <a:gd name="connsiteX1-3" fmla="*/ 1305352 w 2943224"/>
                <a:gd name="connsiteY1-4" fmla="*/ 0 h 1657350"/>
                <a:gd name="connsiteX2-5" fmla="*/ 2943224 w 2943224"/>
                <a:gd name="connsiteY2-6" fmla="*/ 1381125 h 1657350"/>
                <a:gd name="connsiteX3-7" fmla="*/ 0 w 2943224"/>
                <a:gd name="connsiteY3-8" fmla="*/ 1657350 h 1657350"/>
                <a:gd name="connsiteX0-9" fmla="*/ 0 w 2571749"/>
                <a:gd name="connsiteY0-10" fmla="*/ 1657350 h 1657350"/>
                <a:gd name="connsiteX1-11" fmla="*/ 1305352 w 2571749"/>
                <a:gd name="connsiteY1-12" fmla="*/ 0 h 1657350"/>
                <a:gd name="connsiteX2-13" fmla="*/ 2571749 w 2571749"/>
                <a:gd name="connsiteY2-14" fmla="*/ 1466850 h 1657350"/>
                <a:gd name="connsiteX3-15" fmla="*/ 0 w 2571749"/>
                <a:gd name="connsiteY3-16" fmla="*/ 1657350 h 16573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2571749" h="1657350">
                  <a:moveTo>
                    <a:pt x="0" y="1657350"/>
                  </a:moveTo>
                  <a:lnTo>
                    <a:pt x="1305352" y="0"/>
                  </a:lnTo>
                  <a:lnTo>
                    <a:pt x="2571749" y="1466850"/>
                  </a:lnTo>
                  <a:lnTo>
                    <a:pt x="0" y="1657350"/>
                  </a:lnTo>
                  <a:close/>
                </a:path>
              </a:pathLst>
            </a:cu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4685907" y="1459276"/>
              <a:ext cx="180000" cy="180000"/>
            </a:xfrm>
            <a:prstGeom prst="ellipse">
              <a:avLst/>
            </a:pr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3344252" y="3037135"/>
              <a:ext cx="180000" cy="180000"/>
            </a:xfrm>
            <a:prstGeom prst="ellipse">
              <a:avLst/>
            </a:pr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6057901" y="3224655"/>
              <a:ext cx="180000" cy="180000"/>
            </a:xfrm>
            <a:prstGeom prst="ellipse">
              <a:avLst/>
            </a:pr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173289" y="1788611"/>
            <a:ext cx="3217013" cy="2084198"/>
            <a:chOff x="3173289" y="1788611"/>
            <a:chExt cx="3217013" cy="2084198"/>
          </a:xfrm>
        </p:grpSpPr>
        <p:sp>
          <p:nvSpPr>
            <p:cNvPr id="35" name="等腰三角形 34"/>
            <p:cNvSpPr/>
            <p:nvPr/>
          </p:nvSpPr>
          <p:spPr>
            <a:xfrm flipV="1">
              <a:off x="3333751" y="1905964"/>
              <a:ext cx="2914650" cy="1796370"/>
            </a:xfrm>
            <a:custGeom>
              <a:avLst/>
              <a:gdLst>
                <a:gd name="connsiteX0" fmla="*/ 0 w 3019425"/>
                <a:gd name="connsiteY0" fmla="*/ 1472520 h 1472520"/>
                <a:gd name="connsiteX1" fmla="*/ 952176 w 3019425"/>
                <a:gd name="connsiteY1" fmla="*/ 0 h 1472520"/>
                <a:gd name="connsiteX2" fmla="*/ 3019425 w 3019425"/>
                <a:gd name="connsiteY2" fmla="*/ 1472520 h 1472520"/>
                <a:gd name="connsiteX3" fmla="*/ 0 w 3019425"/>
                <a:gd name="connsiteY3" fmla="*/ 1472520 h 1472520"/>
                <a:gd name="connsiteX0-1" fmla="*/ 0 w 3019425"/>
                <a:gd name="connsiteY0-2" fmla="*/ 1796370 h 1796370"/>
                <a:gd name="connsiteX1-3" fmla="*/ 1247451 w 3019425"/>
                <a:gd name="connsiteY1-4" fmla="*/ 0 h 1796370"/>
                <a:gd name="connsiteX2-5" fmla="*/ 3019425 w 3019425"/>
                <a:gd name="connsiteY2-6" fmla="*/ 1796370 h 1796370"/>
                <a:gd name="connsiteX3-7" fmla="*/ 0 w 3019425"/>
                <a:gd name="connsiteY3-8" fmla="*/ 1796370 h 1796370"/>
                <a:gd name="connsiteX0-9" fmla="*/ 0 w 2914650"/>
                <a:gd name="connsiteY0-10" fmla="*/ 1520145 h 1796370"/>
                <a:gd name="connsiteX1-11" fmla="*/ 1142676 w 2914650"/>
                <a:gd name="connsiteY1-12" fmla="*/ 0 h 1796370"/>
                <a:gd name="connsiteX2-13" fmla="*/ 2914650 w 2914650"/>
                <a:gd name="connsiteY2-14" fmla="*/ 1796370 h 1796370"/>
                <a:gd name="connsiteX3-15" fmla="*/ 0 w 2914650"/>
                <a:gd name="connsiteY3-16" fmla="*/ 1520145 h 179637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2914650" h="1796370">
                  <a:moveTo>
                    <a:pt x="0" y="1520145"/>
                  </a:moveTo>
                  <a:lnTo>
                    <a:pt x="1142676" y="0"/>
                  </a:lnTo>
                  <a:lnTo>
                    <a:pt x="2914650" y="1796370"/>
                  </a:lnTo>
                  <a:lnTo>
                    <a:pt x="0" y="1520145"/>
                  </a:lnTo>
                  <a:close/>
                </a:path>
              </a:pathLst>
            </a:cu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6210302" y="1788611"/>
              <a:ext cx="180000" cy="180000"/>
            </a:xfrm>
            <a:prstGeom prst="ellipse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3173289" y="2070956"/>
              <a:ext cx="180000" cy="180000"/>
            </a:xfrm>
            <a:prstGeom prst="ellipse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4382964" y="3692809"/>
              <a:ext cx="180000" cy="180000"/>
            </a:xfrm>
            <a:prstGeom prst="ellipse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780938" y="2013899"/>
            <a:ext cx="1767333" cy="1193711"/>
            <a:chOff x="3780938" y="2013899"/>
            <a:chExt cx="1767333" cy="1193711"/>
          </a:xfrm>
        </p:grpSpPr>
        <p:sp>
          <p:nvSpPr>
            <p:cNvPr id="38" name="任意多边形 37"/>
            <p:cNvSpPr/>
            <p:nvPr/>
          </p:nvSpPr>
          <p:spPr>
            <a:xfrm flipH="1">
              <a:off x="3780938" y="2019842"/>
              <a:ext cx="1767333" cy="1187768"/>
            </a:xfrm>
            <a:custGeom>
              <a:avLst/>
              <a:gdLst>
                <a:gd name="connsiteX0" fmla="*/ 471565 w 1767333"/>
                <a:gd name="connsiteY0" fmla="*/ 0 h 1187768"/>
                <a:gd name="connsiteX1" fmla="*/ 0 w 1767333"/>
                <a:gd name="connsiteY1" fmla="*/ 598727 h 1187768"/>
                <a:gd name="connsiteX2" fmla="*/ 581042 w 1767333"/>
                <a:gd name="connsiteY2" fmla="*/ 1187768 h 1187768"/>
                <a:gd name="connsiteX3" fmla="*/ 1496845 w 1767333"/>
                <a:gd name="connsiteY3" fmla="*/ 1119931 h 1187768"/>
                <a:gd name="connsiteX4" fmla="*/ 1767333 w 1767333"/>
                <a:gd name="connsiteY4" fmla="*/ 760090 h 1187768"/>
                <a:gd name="connsiteX5" fmla="*/ 1168105 w 1767333"/>
                <a:gd name="connsiteY5" fmla="*/ 66012 h 1187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67333" h="1187768">
                  <a:moveTo>
                    <a:pt x="471565" y="0"/>
                  </a:moveTo>
                  <a:lnTo>
                    <a:pt x="0" y="598727"/>
                  </a:lnTo>
                  <a:lnTo>
                    <a:pt x="581042" y="1187768"/>
                  </a:lnTo>
                  <a:lnTo>
                    <a:pt x="1496845" y="1119931"/>
                  </a:lnTo>
                  <a:lnTo>
                    <a:pt x="1767333" y="760090"/>
                  </a:lnTo>
                  <a:lnTo>
                    <a:pt x="1168105" y="66012"/>
                  </a:lnTo>
                  <a:close/>
                </a:path>
              </a:pathLst>
            </a:custGeom>
            <a:solidFill>
              <a:srgbClr val="1B43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4151130" y="2013899"/>
              <a:ext cx="1069554" cy="1135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感觉器官</a:t>
              </a:r>
            </a:p>
          </p:txBody>
        </p:sp>
      </p:grpSp>
      <p:sp>
        <p:nvSpPr>
          <p:cNvPr id="53" name="矩形 52"/>
          <p:cNvSpPr/>
          <p:nvPr/>
        </p:nvSpPr>
        <p:spPr>
          <a:xfrm>
            <a:off x="6325096" y="2949479"/>
            <a:ext cx="20864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嗅觉：鼻腔中的嗅觉受体细胞识别气味分子，并将其转化为神经信号。</a:t>
            </a:r>
          </a:p>
        </p:txBody>
      </p:sp>
      <p:sp>
        <p:nvSpPr>
          <p:cNvPr id="54" name="矩形 53"/>
          <p:cNvSpPr/>
          <p:nvPr/>
        </p:nvSpPr>
        <p:spPr>
          <a:xfrm>
            <a:off x="6524138" y="1534972"/>
            <a:ext cx="20864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听觉：耳朵通过耳蜗中的毛细胞将声波转化为神经信号，传递到大脑。</a:t>
            </a:r>
          </a:p>
        </p:txBody>
      </p:sp>
      <p:sp>
        <p:nvSpPr>
          <p:cNvPr id="55" name="矩形 54"/>
          <p:cNvSpPr/>
          <p:nvPr/>
        </p:nvSpPr>
        <p:spPr>
          <a:xfrm>
            <a:off x="3685849" y="734800"/>
            <a:ext cx="2739209" cy="890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视觉：眼睛通过视网膜上的感光细胞（视杆细胞和视锥细胞）将光线转化为神经信号，传递到大脑进行处理。</a:t>
            </a:r>
          </a:p>
        </p:txBody>
      </p:sp>
      <p:sp>
        <p:nvSpPr>
          <p:cNvPr id="56" name="矩形 55"/>
          <p:cNvSpPr/>
          <p:nvPr/>
        </p:nvSpPr>
        <p:spPr>
          <a:xfrm>
            <a:off x="976852" y="1534972"/>
            <a:ext cx="20864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味觉：舌头上的味蕾能够感知甜、咸、酸、苦和鲜五种基本味道。</a:t>
            </a:r>
          </a:p>
        </p:txBody>
      </p:sp>
      <p:sp>
        <p:nvSpPr>
          <p:cNvPr id="63" name="矩形 62"/>
          <p:cNvSpPr/>
          <p:nvPr/>
        </p:nvSpPr>
        <p:spPr>
          <a:xfrm>
            <a:off x="1280075" y="2949479"/>
            <a:ext cx="187239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触觉：皮肤中的各种感受器能够感知压力、温度和疼痛。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autoRev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11" dur="200" fill="hold"/>
                                        <p:tgtEl>
                                          <p:spTgt spid="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mph" presetSubtype="0" autoRev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8" dur="200" fill="hold"/>
                                        <p:tgtEl>
                                          <p:spTgt spid="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7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5" grpId="0"/>
      <p:bldP spid="56" grpId="0"/>
      <p:bldP spid="6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曲线连接符 26"/>
          <p:cNvCxnSpPr>
            <a:stCxn id="38" idx="6"/>
            <a:endCxn id="41" idx="2"/>
          </p:cNvCxnSpPr>
          <p:nvPr/>
        </p:nvCxnSpPr>
        <p:spPr>
          <a:xfrm>
            <a:off x="3203822" y="2356337"/>
            <a:ext cx="552450" cy="646331"/>
          </a:xfrm>
          <a:prstGeom prst="curvedConnector3">
            <a:avLst/>
          </a:prstGeom>
          <a:ln w="38100">
            <a:solidFill>
              <a:srgbClr val="8AB8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曲线连接符 28"/>
          <p:cNvCxnSpPr>
            <a:stCxn id="41" idx="6"/>
            <a:endCxn id="47" idx="2"/>
          </p:cNvCxnSpPr>
          <p:nvPr/>
        </p:nvCxnSpPr>
        <p:spPr>
          <a:xfrm flipV="1">
            <a:off x="4356347" y="2356337"/>
            <a:ext cx="547036" cy="646331"/>
          </a:xfrm>
          <a:prstGeom prst="curvedConnector3">
            <a:avLst/>
          </a:prstGeom>
          <a:ln w="38100">
            <a:solidFill>
              <a:srgbClr val="8AB8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曲线连接符 42"/>
          <p:cNvCxnSpPr>
            <a:stCxn id="47" idx="6"/>
            <a:endCxn id="54" idx="2"/>
          </p:cNvCxnSpPr>
          <p:nvPr/>
        </p:nvCxnSpPr>
        <p:spPr>
          <a:xfrm>
            <a:off x="5503458" y="2356337"/>
            <a:ext cx="598448" cy="646330"/>
          </a:xfrm>
          <a:prstGeom prst="curvedConnector3">
            <a:avLst/>
          </a:prstGeom>
          <a:ln w="38100">
            <a:solidFill>
              <a:srgbClr val="8AB8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933451" y="18128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感觉过程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2603747" y="2010043"/>
            <a:ext cx="600075" cy="646331"/>
            <a:chOff x="4373637" y="1161906"/>
            <a:chExt cx="600075" cy="646331"/>
          </a:xfrm>
        </p:grpSpPr>
        <p:sp>
          <p:nvSpPr>
            <p:cNvPr id="38" name="椭圆 37"/>
            <p:cNvSpPr/>
            <p:nvPr/>
          </p:nvSpPr>
          <p:spPr>
            <a:xfrm>
              <a:off x="4373637" y="1208162"/>
              <a:ext cx="600075" cy="600075"/>
            </a:xfrm>
            <a:prstGeom prst="ellipse">
              <a:avLst/>
            </a:prstGeom>
            <a:solidFill>
              <a:srgbClr val="FFC50D"/>
            </a:solidFill>
            <a:ln w="57150">
              <a:solidFill>
                <a:srgbClr val="1B43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4463520" y="1161906"/>
              <a:ext cx="42030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rPr>
                <a:t>1</a:t>
              </a:r>
              <a:endParaRPr lang="zh-CN" altLang="en-US" sz="3600" dirty="0">
                <a:solidFill>
                  <a:schemeClr val="bg1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3756272" y="2656374"/>
            <a:ext cx="600075" cy="646331"/>
            <a:chOff x="4373637" y="1161906"/>
            <a:chExt cx="600075" cy="646331"/>
          </a:xfrm>
        </p:grpSpPr>
        <p:sp>
          <p:nvSpPr>
            <p:cNvPr id="41" name="椭圆 40"/>
            <p:cNvSpPr/>
            <p:nvPr/>
          </p:nvSpPr>
          <p:spPr>
            <a:xfrm>
              <a:off x="4373637" y="1208162"/>
              <a:ext cx="600075" cy="600075"/>
            </a:xfrm>
            <a:prstGeom prst="ellipse">
              <a:avLst/>
            </a:prstGeom>
            <a:solidFill>
              <a:srgbClr val="FFC50D"/>
            </a:solidFill>
            <a:ln w="57150">
              <a:solidFill>
                <a:srgbClr val="1B43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4425048" y="1161906"/>
              <a:ext cx="49725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rPr>
                <a:t>2</a:t>
              </a:r>
              <a:endParaRPr lang="zh-CN" altLang="en-US" sz="3600" dirty="0">
                <a:solidFill>
                  <a:schemeClr val="bg1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4903383" y="2010043"/>
            <a:ext cx="600075" cy="646331"/>
            <a:chOff x="4373637" y="1161906"/>
            <a:chExt cx="600075" cy="646331"/>
          </a:xfrm>
        </p:grpSpPr>
        <p:sp>
          <p:nvSpPr>
            <p:cNvPr id="47" name="椭圆 46"/>
            <p:cNvSpPr/>
            <p:nvPr/>
          </p:nvSpPr>
          <p:spPr>
            <a:xfrm>
              <a:off x="4373637" y="1208162"/>
              <a:ext cx="600075" cy="600075"/>
            </a:xfrm>
            <a:prstGeom prst="ellipse">
              <a:avLst/>
            </a:prstGeom>
            <a:solidFill>
              <a:srgbClr val="FFC50D"/>
            </a:solidFill>
            <a:ln w="57150">
              <a:solidFill>
                <a:srgbClr val="1B43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4422644" y="1161906"/>
              <a:ext cx="50206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rPr>
                <a:t>3</a:t>
              </a:r>
              <a:endParaRPr lang="zh-CN" altLang="en-US" sz="3600" dirty="0">
                <a:solidFill>
                  <a:schemeClr val="bg1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6101906" y="2656373"/>
            <a:ext cx="600075" cy="646331"/>
            <a:chOff x="4373637" y="1161906"/>
            <a:chExt cx="600075" cy="646331"/>
          </a:xfrm>
        </p:grpSpPr>
        <p:sp>
          <p:nvSpPr>
            <p:cNvPr id="54" name="椭圆 53"/>
            <p:cNvSpPr/>
            <p:nvPr/>
          </p:nvSpPr>
          <p:spPr>
            <a:xfrm>
              <a:off x="4373637" y="1208162"/>
              <a:ext cx="600075" cy="600075"/>
            </a:xfrm>
            <a:prstGeom prst="ellipse">
              <a:avLst/>
            </a:prstGeom>
            <a:solidFill>
              <a:srgbClr val="FFC50D"/>
            </a:solidFill>
            <a:ln w="57150">
              <a:solidFill>
                <a:srgbClr val="1B43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4413827" y="1161906"/>
              <a:ext cx="51969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rPr>
                <a:t>4</a:t>
              </a:r>
              <a:endParaRPr lang="zh-CN" altLang="en-US" sz="3600" dirty="0">
                <a:solidFill>
                  <a:schemeClr val="bg1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endParaRPr>
            </a:p>
          </p:txBody>
        </p:sp>
      </p:grpSp>
      <p:sp>
        <p:nvSpPr>
          <p:cNvPr id="74" name="矩形 73"/>
          <p:cNvSpPr/>
          <p:nvPr/>
        </p:nvSpPr>
        <p:spPr>
          <a:xfrm>
            <a:off x="3151381" y="3441115"/>
            <a:ext cx="1919206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换能：感觉器官将这些变化转化为神经信号。</a:t>
            </a:r>
          </a:p>
        </p:txBody>
      </p:sp>
      <p:sp>
        <p:nvSpPr>
          <p:cNvPr id="75" name="矩形 74"/>
          <p:cNvSpPr/>
          <p:nvPr/>
        </p:nvSpPr>
        <p:spPr>
          <a:xfrm>
            <a:off x="2041447" y="1017508"/>
            <a:ext cx="1919206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刺激：外界或内部的物理或化学变化。</a:t>
            </a:r>
          </a:p>
        </p:txBody>
      </p:sp>
      <p:sp>
        <p:nvSpPr>
          <p:cNvPr id="76" name="矩形 75"/>
          <p:cNvSpPr/>
          <p:nvPr/>
        </p:nvSpPr>
        <p:spPr>
          <a:xfrm>
            <a:off x="4243817" y="1017508"/>
            <a:ext cx="1919206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传导：神经信号通过传入神经传递到大脑。</a:t>
            </a:r>
          </a:p>
        </p:txBody>
      </p:sp>
      <p:sp>
        <p:nvSpPr>
          <p:cNvPr id="77" name="矩形 76"/>
          <p:cNvSpPr/>
          <p:nvPr/>
        </p:nvSpPr>
        <p:spPr>
          <a:xfrm>
            <a:off x="5503649" y="3441115"/>
            <a:ext cx="1919206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解释：大脑对这些信号进行处理和解释，形成知觉。</a:t>
            </a:r>
          </a:p>
        </p:txBody>
      </p:sp>
    </p:spTree>
    <p:extLst>
      <p:ext uri="{BB962C8B-B14F-4D97-AF65-F5344CB8AC3E}">
        <p14:creationId xmlns:p14="http://schemas.microsoft.com/office/powerpoint/2010/main" val="200855635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autoRev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11" dur="200" fill="hold"/>
                                        <p:tgtEl>
                                          <p:spTgt spid="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8" dur="200" fill="hold"/>
                                        <p:tgtEl>
                                          <p:spTgt spid="4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250"/>
                            </p:stCondLst>
                            <p:childTnLst>
                              <p:par>
                                <p:cTn id="3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5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mph" presetSubtype="0" autoRev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45" dur="200" fill="hold"/>
                                        <p:tgtEl>
                                          <p:spTgt spid="4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25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250"/>
                            </p:stCondLst>
                            <p:childTnLst>
                              <p:par>
                                <p:cTn id="5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2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2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6" presetClass="emph" presetSubtype="0" autoRev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62" dur="200" fill="hold"/>
                                        <p:tgtEl>
                                          <p:spTgt spid="5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750"/>
                            </p:stCondLst>
                            <p:childTnLst>
                              <p:par>
                                <p:cTn id="6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25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7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5" grpId="0"/>
      <p:bldP spid="76" grpId="0"/>
      <p:bldP spid="7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3948438" y="1675079"/>
            <a:ext cx="497252" cy="1919400"/>
          </a:xfrm>
          <a:prstGeom prst="line">
            <a:avLst/>
          </a:prstGeom>
          <a:ln w="38100">
            <a:solidFill>
              <a:srgbClr val="132F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3188114" y="1440801"/>
            <a:ext cx="2574729" cy="1344451"/>
          </a:xfrm>
          <a:prstGeom prst="line">
            <a:avLst/>
          </a:prstGeom>
          <a:ln w="38100">
            <a:solidFill>
              <a:srgbClr val="132F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3196988" y="2762124"/>
            <a:ext cx="1231161" cy="799475"/>
          </a:xfrm>
          <a:prstGeom prst="line">
            <a:avLst/>
          </a:prstGeom>
          <a:ln w="38100">
            <a:solidFill>
              <a:srgbClr val="132F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5762843" y="1440801"/>
            <a:ext cx="592130" cy="1451340"/>
          </a:xfrm>
          <a:prstGeom prst="line">
            <a:avLst/>
          </a:prstGeom>
          <a:ln w="38100">
            <a:solidFill>
              <a:srgbClr val="132F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933451" y="181289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人体感觉系统组成</a:t>
            </a:r>
          </a:p>
        </p:txBody>
      </p:sp>
      <p:grpSp>
        <p:nvGrpSpPr>
          <p:cNvPr id="24" name="组合 23"/>
          <p:cNvGrpSpPr/>
          <p:nvPr/>
        </p:nvGrpSpPr>
        <p:grpSpPr>
          <a:xfrm>
            <a:off x="3648401" y="1328786"/>
            <a:ext cx="600075" cy="646331"/>
            <a:chOff x="4373637" y="1161906"/>
            <a:chExt cx="600075" cy="646331"/>
          </a:xfrm>
        </p:grpSpPr>
        <p:sp>
          <p:nvSpPr>
            <p:cNvPr id="25" name="椭圆 24"/>
            <p:cNvSpPr/>
            <p:nvPr/>
          </p:nvSpPr>
          <p:spPr>
            <a:xfrm>
              <a:off x="4373637" y="1208162"/>
              <a:ext cx="600075" cy="600075"/>
            </a:xfrm>
            <a:prstGeom prst="ellipse">
              <a:avLst/>
            </a:prstGeom>
            <a:solidFill>
              <a:srgbClr val="FFC50D"/>
            </a:solidFill>
            <a:ln w="57150">
              <a:solidFill>
                <a:srgbClr val="1B43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463520" y="1161906"/>
              <a:ext cx="42030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rPr>
                <a:t>1</a:t>
              </a:r>
              <a:endParaRPr lang="zh-CN" altLang="en-US" sz="3600" dirty="0">
                <a:solidFill>
                  <a:schemeClr val="bg1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462806" y="1117636"/>
            <a:ext cx="600075" cy="646331"/>
            <a:chOff x="4373637" y="1161906"/>
            <a:chExt cx="600075" cy="646331"/>
          </a:xfrm>
        </p:grpSpPr>
        <p:sp>
          <p:nvSpPr>
            <p:cNvPr id="29" name="椭圆 28"/>
            <p:cNvSpPr/>
            <p:nvPr/>
          </p:nvSpPr>
          <p:spPr>
            <a:xfrm>
              <a:off x="4373637" y="1208162"/>
              <a:ext cx="600075" cy="600075"/>
            </a:xfrm>
            <a:prstGeom prst="ellipse">
              <a:avLst/>
            </a:prstGeom>
            <a:solidFill>
              <a:srgbClr val="FFC50D"/>
            </a:solidFill>
            <a:ln w="57150">
              <a:solidFill>
                <a:srgbClr val="1B43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4413827" y="1161906"/>
              <a:ext cx="51969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rPr>
                <a:t>4</a:t>
              </a:r>
              <a:endParaRPr lang="zh-CN" altLang="en-US" sz="3600" dirty="0">
                <a:solidFill>
                  <a:schemeClr val="bg1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2888077" y="2438959"/>
            <a:ext cx="600075" cy="646331"/>
            <a:chOff x="4373637" y="1161906"/>
            <a:chExt cx="600075" cy="646331"/>
          </a:xfrm>
        </p:grpSpPr>
        <p:sp>
          <p:nvSpPr>
            <p:cNvPr id="32" name="椭圆 31"/>
            <p:cNvSpPr/>
            <p:nvPr/>
          </p:nvSpPr>
          <p:spPr>
            <a:xfrm>
              <a:off x="4373637" y="1208162"/>
              <a:ext cx="600075" cy="600075"/>
            </a:xfrm>
            <a:prstGeom prst="ellipse">
              <a:avLst/>
            </a:prstGeom>
            <a:solidFill>
              <a:srgbClr val="FFC50D"/>
            </a:solidFill>
            <a:ln w="57150">
              <a:solidFill>
                <a:srgbClr val="1B43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4422644" y="1161906"/>
              <a:ext cx="50206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rPr>
                <a:t>3</a:t>
              </a:r>
              <a:endParaRPr lang="zh-CN" altLang="en-US" sz="3600" dirty="0">
                <a:solidFill>
                  <a:schemeClr val="bg1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4128112" y="3215306"/>
            <a:ext cx="600075" cy="646331"/>
            <a:chOff x="4373637" y="1161906"/>
            <a:chExt cx="600075" cy="646331"/>
          </a:xfrm>
        </p:grpSpPr>
        <p:sp>
          <p:nvSpPr>
            <p:cNvPr id="46" name="椭圆 45"/>
            <p:cNvSpPr/>
            <p:nvPr/>
          </p:nvSpPr>
          <p:spPr>
            <a:xfrm>
              <a:off x="4373637" y="1208162"/>
              <a:ext cx="600075" cy="600075"/>
            </a:xfrm>
            <a:prstGeom prst="ellipse">
              <a:avLst/>
            </a:prstGeom>
            <a:solidFill>
              <a:srgbClr val="FFC50D"/>
            </a:solidFill>
            <a:ln w="57150">
              <a:solidFill>
                <a:srgbClr val="1B43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4425048" y="1161906"/>
              <a:ext cx="49725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rPr>
                <a:t>2</a:t>
              </a:r>
              <a:endParaRPr lang="zh-CN" altLang="en-US" sz="3600" dirty="0">
                <a:solidFill>
                  <a:schemeClr val="bg1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6059313" y="2568975"/>
            <a:ext cx="600075" cy="646331"/>
            <a:chOff x="4373637" y="1161906"/>
            <a:chExt cx="600075" cy="646331"/>
          </a:xfrm>
        </p:grpSpPr>
        <p:sp>
          <p:nvSpPr>
            <p:cNvPr id="50" name="椭圆 49"/>
            <p:cNvSpPr/>
            <p:nvPr/>
          </p:nvSpPr>
          <p:spPr>
            <a:xfrm>
              <a:off x="4373637" y="1208162"/>
              <a:ext cx="600075" cy="600075"/>
            </a:xfrm>
            <a:prstGeom prst="ellipse">
              <a:avLst/>
            </a:prstGeom>
            <a:solidFill>
              <a:srgbClr val="FFC50D"/>
            </a:solidFill>
            <a:ln w="57150">
              <a:solidFill>
                <a:srgbClr val="1B43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4421842" y="1161906"/>
              <a:ext cx="50366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rPr>
                <a:t>5</a:t>
              </a:r>
              <a:endParaRPr lang="zh-CN" altLang="en-US" sz="3600" dirty="0">
                <a:solidFill>
                  <a:schemeClr val="bg1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endParaRPr>
            </a:p>
          </p:txBody>
        </p:sp>
      </p:grpSp>
      <p:sp>
        <p:nvSpPr>
          <p:cNvPr id="57" name="矩形 56"/>
          <p:cNvSpPr/>
          <p:nvPr/>
        </p:nvSpPr>
        <p:spPr>
          <a:xfrm>
            <a:off x="917137" y="926880"/>
            <a:ext cx="2739209" cy="1275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一、感官是信息的</a:t>
            </a:r>
            <a:r>
              <a:rPr lang="en-US" altLang="zh-CN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快递员</a:t>
            </a:r>
            <a:r>
              <a:rPr lang="en-US" altLang="zh-CN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眼睛、耳朵、皮肤等感官像快递员，把光、声音、温度等信息打包成神经信号传给大脑。比如吃苹果时，眼睛传递红色外观，手指传递光滑触感，鼻子传递果香。</a:t>
            </a:r>
          </a:p>
        </p:txBody>
      </p:sp>
      <p:sp>
        <p:nvSpPr>
          <p:cNvPr id="58" name="矩形 57"/>
          <p:cNvSpPr/>
          <p:nvPr/>
        </p:nvSpPr>
        <p:spPr>
          <a:xfrm>
            <a:off x="1007689" y="2649709"/>
            <a:ext cx="1828976" cy="1760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三、意识像</a:t>
            </a:r>
            <a:r>
              <a:rPr lang="en-US" altLang="zh-CN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舞台灯光</a:t>
            </a:r>
            <a:r>
              <a:rPr lang="en-US" altLang="zh-CN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只有被意识</a:t>
            </a:r>
            <a:r>
              <a:rPr lang="en-US" altLang="zh-CN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照亮</a:t>
            </a:r>
            <a:r>
              <a:rPr lang="en-US" altLang="zh-CN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的感觉才能被察觉。比如专心看书时听不到钟表声，但声音其实已被耳朵接收。心理学用注意分配实验仪研究这种选择性注意现象。</a:t>
            </a:r>
          </a:p>
        </p:txBody>
      </p:sp>
      <p:sp>
        <p:nvSpPr>
          <p:cNvPr id="59" name="矩形 58"/>
          <p:cNvSpPr/>
          <p:nvPr/>
        </p:nvSpPr>
        <p:spPr>
          <a:xfrm>
            <a:off x="4093201" y="4002313"/>
            <a:ext cx="2739209" cy="103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二、大脑是</a:t>
            </a:r>
            <a:r>
              <a:rPr lang="en-US" altLang="zh-CN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拼图大师</a:t>
            </a:r>
            <a:r>
              <a:rPr lang="en-US" altLang="zh-CN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大脑将零散感觉信息拼接成完整认知。比如触摸迷宫棒时，触觉信号（粗糙</a:t>
            </a:r>
            <a:r>
              <a:rPr lang="en-US" altLang="zh-CN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光滑）与视觉信号（形状）在大脑整合，形成空间感知。</a:t>
            </a:r>
          </a:p>
        </p:txBody>
      </p:sp>
      <p:sp>
        <p:nvSpPr>
          <p:cNvPr id="60" name="矩形 59"/>
          <p:cNvSpPr/>
          <p:nvPr/>
        </p:nvSpPr>
        <p:spPr>
          <a:xfrm>
            <a:off x="6179226" y="504974"/>
            <a:ext cx="2119013" cy="1275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四、感知具有</a:t>
            </a:r>
            <a:r>
              <a:rPr lang="en-US" altLang="zh-CN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个性滤镜</a:t>
            </a:r>
            <a:r>
              <a:rPr lang="en-US" altLang="zh-CN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不同人感知同一事物会有差异。痛阈测定器显示：有人被针轻刺就痛，有人却无感。这种差异受基因、经历和情绪共同影响。</a:t>
            </a:r>
          </a:p>
        </p:txBody>
      </p:sp>
      <p:sp>
        <p:nvSpPr>
          <p:cNvPr id="61" name="矩形 60"/>
          <p:cNvSpPr/>
          <p:nvPr/>
        </p:nvSpPr>
        <p:spPr>
          <a:xfrm>
            <a:off x="6808768" y="2408480"/>
            <a:ext cx="2119013" cy="1275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五、多感官协同塑造体验吃冰淇淋时：冰凉触觉（皮肤）</a:t>
            </a:r>
            <a:r>
              <a:rPr lang="en-US" altLang="zh-CN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甜味（味觉）</a:t>
            </a:r>
            <a:r>
              <a:rPr lang="en-US" altLang="zh-CN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05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奶香（嗅觉）共同构成美味体验。心理学用多感官整合实验装置研究这种协同效应。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autoRev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11" dur="200" fill="hold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mph" presetSubtype="0" autoRev="1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Scale>
                                      <p:cBhvr>
                                        <p:cTn id="26" dur="200" fill="hold"/>
                                        <p:tgtEl>
                                          <p:spTgt spid="3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25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mph" presetSubtype="0" autoRev="1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Scale>
                                      <p:cBhvr>
                                        <p:cTn id="41" dur="200" fill="hold"/>
                                        <p:tgtEl>
                                          <p:spTgt spid="3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" presetClass="emph" presetSubtype="0" autoRev="1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Scale>
                                      <p:cBhvr>
                                        <p:cTn id="56" dur="200" fill="hold"/>
                                        <p:tgtEl>
                                          <p:spTgt spid="2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25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75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6" presetClass="emph" presetSubtype="0" autoRev="1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Scale>
                                      <p:cBhvr>
                                        <p:cTn id="71" dur="200" fill="hold"/>
                                        <p:tgtEl>
                                          <p:spTgt spid="4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  <p:bldP spid="59" grpId="0"/>
      <p:bldP spid="60" grpId="0"/>
      <p:bldP spid="6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933451" y="181289"/>
            <a:ext cx="179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生活中的心理学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037517" y="1075939"/>
            <a:ext cx="2243729" cy="3630454"/>
            <a:chOff x="1276186" y="1181100"/>
            <a:chExt cx="2243729" cy="3630454"/>
          </a:xfrm>
        </p:grpSpPr>
        <p:grpSp>
          <p:nvGrpSpPr>
            <p:cNvPr id="3" name="组合 2"/>
            <p:cNvGrpSpPr/>
            <p:nvPr/>
          </p:nvGrpSpPr>
          <p:grpSpPr>
            <a:xfrm>
              <a:off x="1276186" y="1181101"/>
              <a:ext cx="2243729" cy="3630453"/>
              <a:chOff x="1276186" y="1181101"/>
              <a:chExt cx="2243729" cy="3630453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1276186" y="1181101"/>
                <a:ext cx="2171863" cy="334327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AFCEE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2862364" y="3611225"/>
                <a:ext cx="65755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7200" dirty="0">
                    <a:solidFill>
                      <a:srgbClr val="AFCEEB"/>
                    </a:solidFill>
                    <a:latin typeface="方正正中黑_GBK" panose="02000000000000000000" pitchFamily="2" charset="-122"/>
                    <a:ea typeface="方正正中黑_GBK" panose="02000000000000000000" pitchFamily="2" charset="-122"/>
                  </a:rPr>
                  <a:t>1</a:t>
                </a:r>
                <a:endParaRPr lang="zh-CN" altLang="en-US" sz="7200" dirty="0">
                  <a:solidFill>
                    <a:srgbClr val="AFCEEB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1276186" y="1181100"/>
              <a:ext cx="2171863" cy="379095"/>
              <a:chOff x="1276186" y="1181100"/>
              <a:chExt cx="2171863" cy="379095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1276186" y="1181100"/>
                <a:ext cx="2171863" cy="333376"/>
              </a:xfrm>
              <a:prstGeom prst="rect">
                <a:avLst/>
              </a:prstGeom>
              <a:pattFill prst="smCheck">
                <a:fgClr>
                  <a:srgbClr val="2E75B6"/>
                </a:fgClr>
                <a:bgClr>
                  <a:schemeClr val="accent1">
                    <a:lumMod val="50000"/>
                  </a:schemeClr>
                </a:bgClr>
              </a:patt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1276186" y="1514476"/>
                <a:ext cx="2171863" cy="45719"/>
              </a:xfrm>
              <a:prstGeom prst="rect">
                <a:avLst/>
              </a:prstGeom>
              <a:solidFill>
                <a:srgbClr val="FFC50D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1276186" y="1209289"/>
                <a:ext cx="11079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摄影构图模仿</a:t>
                </a:r>
              </a:p>
            </p:txBody>
          </p:sp>
        </p:grpSp>
        <p:sp>
          <p:nvSpPr>
            <p:cNvPr id="32" name="矩形 31"/>
            <p:cNvSpPr/>
            <p:nvPr/>
          </p:nvSpPr>
          <p:spPr>
            <a:xfrm>
              <a:off x="1419060" y="1665198"/>
              <a:ext cx="1886113" cy="1078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32F4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拍照时参考人眼视野习惯，如采用三分法构图，让画面主体更符合人眼自然聚焦习惯。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5795558" y="1075939"/>
            <a:ext cx="2309546" cy="3630454"/>
            <a:chOff x="1276186" y="1181100"/>
            <a:chExt cx="2309546" cy="3630454"/>
          </a:xfrm>
        </p:grpSpPr>
        <p:grpSp>
          <p:nvGrpSpPr>
            <p:cNvPr id="34" name="组合 33"/>
            <p:cNvGrpSpPr/>
            <p:nvPr/>
          </p:nvGrpSpPr>
          <p:grpSpPr>
            <a:xfrm>
              <a:off x="1298250" y="1181100"/>
              <a:ext cx="2287482" cy="3630454"/>
              <a:chOff x="1298250" y="1181100"/>
              <a:chExt cx="2287482" cy="3630454"/>
            </a:xfrm>
          </p:grpSpPr>
          <p:sp>
            <p:nvSpPr>
              <p:cNvPr id="40" name="矩形 39"/>
              <p:cNvSpPr/>
              <p:nvPr/>
            </p:nvSpPr>
            <p:spPr>
              <a:xfrm>
                <a:off x="1298250" y="1181100"/>
                <a:ext cx="2171863" cy="334327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AFCEE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2777497" y="3611225"/>
                <a:ext cx="80823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7200" dirty="0">
                    <a:solidFill>
                      <a:srgbClr val="AFCEEB"/>
                    </a:solidFill>
                    <a:latin typeface="方正正中黑_GBK" panose="02000000000000000000" pitchFamily="2" charset="-122"/>
                    <a:ea typeface="方正正中黑_GBK" panose="02000000000000000000" pitchFamily="2" charset="-122"/>
                  </a:rPr>
                  <a:t>2</a:t>
                </a:r>
                <a:endParaRPr lang="zh-CN" altLang="en-US" sz="7200" dirty="0">
                  <a:solidFill>
                    <a:srgbClr val="AFCEEB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1276186" y="1181100"/>
              <a:ext cx="2171863" cy="379095"/>
              <a:chOff x="1276186" y="1181100"/>
              <a:chExt cx="2171863" cy="379095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1276186" y="1181100"/>
                <a:ext cx="2171863" cy="333376"/>
              </a:xfrm>
              <a:prstGeom prst="rect">
                <a:avLst/>
              </a:prstGeom>
              <a:pattFill prst="smCheck">
                <a:fgClr>
                  <a:srgbClr val="2E75B6"/>
                </a:fgClr>
                <a:bgClr>
                  <a:schemeClr val="accent1">
                    <a:lumMod val="50000"/>
                  </a:schemeClr>
                </a:bgClr>
              </a:patt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1276186" y="1514476"/>
                <a:ext cx="2171863" cy="45719"/>
              </a:xfrm>
              <a:prstGeom prst="rect">
                <a:avLst/>
              </a:prstGeom>
              <a:solidFill>
                <a:srgbClr val="FFC50D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1276186" y="1209289"/>
                <a:ext cx="11079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驾驶安全辅助</a:t>
                </a:r>
              </a:p>
            </p:txBody>
          </p:sp>
        </p:grpSp>
        <p:sp>
          <p:nvSpPr>
            <p:cNvPr id="36" name="矩形 35"/>
            <p:cNvSpPr/>
            <p:nvPr/>
          </p:nvSpPr>
          <p:spPr>
            <a:xfrm>
              <a:off x="1419060" y="1665198"/>
              <a:ext cx="1886113" cy="1078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 dirty="0">
                  <a:solidFill>
                    <a:srgbClr val="132F4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汽车后视镜设计模拟人眼观察范围，辅助驾驶系统（如盲区监测）弥补人眼视角盲区，提升行车安全。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2244771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1428750"/>
            <a:ext cx="9144000" cy="3714750"/>
            <a:chOff x="0" y="1428750"/>
            <a:chExt cx="9144000" cy="3714750"/>
          </a:xfrm>
        </p:grpSpPr>
        <p:sp>
          <p:nvSpPr>
            <p:cNvPr id="4" name="流程图: 文档 3"/>
            <p:cNvSpPr/>
            <p:nvPr/>
          </p:nvSpPr>
          <p:spPr>
            <a:xfrm rot="10800000" flipH="1">
              <a:off x="0" y="1428750"/>
              <a:ext cx="9144000" cy="3714750"/>
            </a:xfrm>
            <a:prstGeom prst="flowChartDocument">
              <a:avLst/>
            </a:pr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流程图: 文档 4"/>
            <p:cNvSpPr/>
            <p:nvPr/>
          </p:nvSpPr>
          <p:spPr>
            <a:xfrm rot="10800000" flipH="1">
              <a:off x="0" y="1809752"/>
              <a:ext cx="9144000" cy="3333747"/>
            </a:xfrm>
            <a:prstGeom prst="flowChartDocumen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流程图: 文档 5"/>
            <p:cNvSpPr/>
            <p:nvPr/>
          </p:nvSpPr>
          <p:spPr>
            <a:xfrm rot="10800000" flipH="1">
              <a:off x="0" y="1981199"/>
              <a:ext cx="9144000" cy="3162299"/>
            </a:xfrm>
            <a:prstGeom prst="flowChartDocument">
              <a:avLst/>
            </a:prstGeom>
            <a:solidFill>
              <a:srgbClr val="1B43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流程图: 文档 6"/>
            <p:cNvSpPr/>
            <p:nvPr/>
          </p:nvSpPr>
          <p:spPr>
            <a:xfrm rot="10800000" flipH="1">
              <a:off x="0" y="2171699"/>
              <a:ext cx="9144000" cy="2971800"/>
            </a:xfrm>
            <a:prstGeom prst="flowChartDocument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6566790" y="-88136"/>
            <a:ext cx="177164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8000" dirty="0">
                <a:solidFill>
                  <a:srgbClr val="FFC50D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rPr>
              <a:t>3</a:t>
            </a:r>
            <a:endParaRPr lang="zh-CN" altLang="en-US" sz="18000" dirty="0">
              <a:solidFill>
                <a:srgbClr val="FFC50D"/>
              </a:solidFill>
              <a:latin typeface="方正正中黑_GBK" panose="02000000000000000000" pitchFamily="2" charset="-122"/>
              <a:ea typeface="方正正中黑_GBK" panose="02000000000000000000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24357" y="2854463"/>
            <a:ext cx="4801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颜色知觉与音高知觉</a:t>
            </a:r>
            <a:endParaRPr lang="en-US" altLang="zh-CN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9153167"/>
      </p:ext>
    </p:extLst>
  </p:cSld>
  <p:clrMapOvr>
    <a:masterClrMapping/>
  </p:clrMapOvr>
  <p:transition spd="med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2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6" presetClass="emph" presetSubtype="0" autoRev="1" fill="hold" grpId="1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Scale>
                                          <p:cBhvr>
                                            <p:cTn id="16" dur="200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/>
          <p:bldP spid="12" grpId="1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2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6" presetClass="emph" presetSubtype="0" autoRev="1" fill="hold" grpId="1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Scale>
                                          <p:cBhvr>
                                            <p:cTn id="16" dur="200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/>
          <p:bldP spid="12" grpId="1"/>
          <p:bldP spid="13" grpId="0"/>
        </p:bldLst>
      </p:timing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44A07-E233-7F95-8946-BA99228A9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22">
            <a:extLst>
              <a:ext uri="{FF2B5EF4-FFF2-40B4-BE49-F238E27FC236}">
                <a16:creationId xmlns:a16="http://schemas.microsoft.com/office/drawing/2014/main" id="{4480534C-1941-6C8D-C594-E34CE6D6EC5A}"/>
              </a:ext>
            </a:extLst>
          </p:cNvPr>
          <p:cNvSpPr/>
          <p:nvPr/>
        </p:nvSpPr>
        <p:spPr>
          <a:xfrm>
            <a:off x="3742234" y="1871848"/>
            <a:ext cx="1996233" cy="1996233"/>
          </a:xfrm>
          <a:prstGeom prst="ellipse">
            <a:avLst/>
          </a:prstGeom>
          <a:solidFill>
            <a:srgbClr val="1B43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DEBBDD-50C3-EE1E-930D-476A8ED10875}"/>
              </a:ext>
            </a:extLst>
          </p:cNvPr>
          <p:cNvSpPr txBox="1"/>
          <p:nvPr/>
        </p:nvSpPr>
        <p:spPr>
          <a:xfrm>
            <a:off x="933451" y="181289"/>
            <a:ext cx="3685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颜色知觉</a:t>
            </a:r>
            <a:r>
              <a:rPr lang="en-US" altLang="zh-CN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人类认知的非凡能力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38B7DD3-783A-DD89-CFA0-DA627BF1B163}"/>
              </a:ext>
            </a:extLst>
          </p:cNvPr>
          <p:cNvGrpSpPr/>
          <p:nvPr/>
        </p:nvGrpSpPr>
        <p:grpSpPr>
          <a:xfrm>
            <a:off x="4020350" y="2149964"/>
            <a:ext cx="1440000" cy="1440000"/>
            <a:chOff x="4020350" y="2149964"/>
            <a:chExt cx="1440000" cy="1440000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47C7A8D2-27D0-6577-83D8-252E15BC230D}"/>
                </a:ext>
              </a:extLst>
            </p:cNvPr>
            <p:cNvSpPr/>
            <p:nvPr/>
          </p:nvSpPr>
          <p:spPr>
            <a:xfrm>
              <a:off x="4020350" y="2149964"/>
              <a:ext cx="1440000" cy="1440000"/>
            </a:xfrm>
            <a:prstGeom prst="ellipse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 w="304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1E78EB2B-E83B-9D14-5CA0-8F9FAC021ACF}"/>
                </a:ext>
              </a:extLst>
            </p:cNvPr>
            <p:cNvSpPr txBox="1"/>
            <p:nvPr/>
          </p:nvSpPr>
          <p:spPr>
            <a:xfrm>
              <a:off x="4208699" y="2537173"/>
              <a:ext cx="1069554" cy="593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颜色知觉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不同理解层面</a:t>
              </a:r>
            </a:p>
          </p:txBody>
        </p:sp>
      </p:grpSp>
      <p:sp>
        <p:nvSpPr>
          <p:cNvPr id="46" name="矩形 45">
            <a:extLst>
              <a:ext uri="{FF2B5EF4-FFF2-40B4-BE49-F238E27FC236}">
                <a16:creationId xmlns:a16="http://schemas.microsoft.com/office/drawing/2014/main" id="{8F7060AC-B78F-F0F3-1F50-D0347C44B853}"/>
              </a:ext>
            </a:extLst>
          </p:cNvPr>
          <p:cNvSpPr/>
          <p:nvPr/>
        </p:nvSpPr>
        <p:spPr>
          <a:xfrm>
            <a:off x="5460349" y="353720"/>
            <a:ext cx="2982810" cy="1721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生物学层面，人类视网膜上的三种视锥细胞分别对短波、中波和长波敏感，这种三色视觉机制构成了颜色知觉的生理基础。但颜色知觉并非简单的光波转换，大脑会根据环境光照条件自动进行白平衡调整，这种现象称为颜色恒常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742668B-2422-95AF-F0DA-AF0C271D76C1}"/>
              </a:ext>
            </a:extLst>
          </p:cNvPr>
          <p:cNvSpPr/>
          <p:nvPr/>
        </p:nvSpPr>
        <p:spPr>
          <a:xfrm>
            <a:off x="6134127" y="2555735"/>
            <a:ext cx="2295720" cy="2552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从物理学的角度来看，颜色源于物体表面对不同波长光线的反射。可见光谱范围在</a:t>
            </a:r>
            <a:r>
              <a:rPr lang="en-US" altLang="zh-CN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380</a:t>
            </a: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纳米到</a:t>
            </a:r>
            <a:r>
              <a:rPr lang="en-US" altLang="zh-CN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740</a:t>
            </a: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纳米之间，不同波长对应着不同的颜色感知。但颜色知觉远不止于此，它涉及到眼睛中视锥细胞的光感受、神经信号的传递以及大脑皮层的复杂处理。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DD420CB-6EAF-328F-36D7-D50E0F1D37F7}"/>
              </a:ext>
            </a:extLst>
          </p:cNvPr>
          <p:cNvSpPr/>
          <p:nvPr/>
        </p:nvSpPr>
        <p:spPr>
          <a:xfrm>
            <a:off x="1044666" y="2571750"/>
            <a:ext cx="2295720" cy="19986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心理学因素在颜色知觉中扮演着关键角色。文化背景、语言习惯、个人经验都会影响人们对颜色的感知和认知。例如，某些文化中蓝色和绿色的区分不如其他文化明显，这反映了颜色范畴知觉的文化差异。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AA2AB99-D6A9-8026-B84D-DFECDCF60D48}"/>
              </a:ext>
            </a:extLst>
          </p:cNvPr>
          <p:cNvGrpSpPr/>
          <p:nvPr/>
        </p:nvGrpSpPr>
        <p:grpSpPr>
          <a:xfrm>
            <a:off x="4417182" y="1498541"/>
            <a:ext cx="646331" cy="646331"/>
            <a:chOff x="4350507" y="1161906"/>
            <a:chExt cx="646331" cy="646331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21F76908-7607-EEC0-CD0A-BDE2B20E5DF4}"/>
                </a:ext>
              </a:extLst>
            </p:cNvPr>
            <p:cNvSpPr/>
            <p:nvPr/>
          </p:nvSpPr>
          <p:spPr>
            <a:xfrm>
              <a:off x="4373637" y="1208162"/>
              <a:ext cx="600075" cy="600075"/>
            </a:xfrm>
            <a:prstGeom prst="ellipse">
              <a:avLst/>
            </a:prstGeom>
            <a:solidFill>
              <a:srgbClr val="FFC50D"/>
            </a:solidFill>
            <a:ln w="57150">
              <a:solidFill>
                <a:srgbClr val="1B43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1A73260C-24FD-1FCC-8DD3-CAF17F05249F}"/>
                </a:ext>
              </a:extLst>
            </p:cNvPr>
            <p:cNvSpPr txBox="1"/>
            <p:nvPr/>
          </p:nvSpPr>
          <p:spPr>
            <a:xfrm>
              <a:off x="4350507" y="1161906"/>
              <a:ext cx="6463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36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rPr>
                <a:t>生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4114223-6179-B3CA-EC61-AFC9DC362302}"/>
              </a:ext>
            </a:extLst>
          </p:cNvPr>
          <p:cNvGrpSpPr/>
          <p:nvPr/>
        </p:nvGrpSpPr>
        <p:grpSpPr>
          <a:xfrm>
            <a:off x="5325533" y="3059417"/>
            <a:ext cx="646331" cy="646331"/>
            <a:chOff x="4350509" y="1161906"/>
            <a:chExt cx="646331" cy="646331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5798BB0A-67FA-B94C-AB9A-F9331B1BCD3F}"/>
                </a:ext>
              </a:extLst>
            </p:cNvPr>
            <p:cNvSpPr/>
            <p:nvPr/>
          </p:nvSpPr>
          <p:spPr>
            <a:xfrm>
              <a:off x="4373637" y="1208162"/>
              <a:ext cx="600075" cy="600075"/>
            </a:xfrm>
            <a:prstGeom prst="ellipse">
              <a:avLst/>
            </a:prstGeom>
            <a:solidFill>
              <a:srgbClr val="FFC50D"/>
            </a:solidFill>
            <a:ln w="57150">
              <a:solidFill>
                <a:srgbClr val="1B43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66C9AF74-7805-500A-3AFF-61CF7FB2A8A3}"/>
                </a:ext>
              </a:extLst>
            </p:cNvPr>
            <p:cNvSpPr txBox="1"/>
            <p:nvPr/>
          </p:nvSpPr>
          <p:spPr>
            <a:xfrm>
              <a:off x="4350509" y="1161906"/>
              <a:ext cx="6463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36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rPr>
                <a:t>物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DB0BF2E-C569-3622-3075-EAB2F4786742}"/>
              </a:ext>
            </a:extLst>
          </p:cNvPr>
          <p:cNvGrpSpPr/>
          <p:nvPr/>
        </p:nvGrpSpPr>
        <p:grpSpPr>
          <a:xfrm>
            <a:off x="3515088" y="3059418"/>
            <a:ext cx="646332" cy="646331"/>
            <a:chOff x="4350509" y="1161906"/>
            <a:chExt cx="646332" cy="646331"/>
          </a:xfrm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FC4B3925-BBD8-D68C-2823-440195738C0F}"/>
                </a:ext>
              </a:extLst>
            </p:cNvPr>
            <p:cNvSpPr/>
            <p:nvPr/>
          </p:nvSpPr>
          <p:spPr>
            <a:xfrm>
              <a:off x="4373637" y="1208162"/>
              <a:ext cx="600075" cy="600075"/>
            </a:xfrm>
            <a:prstGeom prst="ellipse">
              <a:avLst/>
            </a:prstGeom>
            <a:solidFill>
              <a:srgbClr val="FFC50D"/>
            </a:solidFill>
            <a:ln w="57150">
              <a:solidFill>
                <a:srgbClr val="1B43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5900FB1-EB1A-A1A9-C6B9-948AC7CE45C3}"/>
                </a:ext>
              </a:extLst>
            </p:cNvPr>
            <p:cNvSpPr txBox="1"/>
            <p:nvPr/>
          </p:nvSpPr>
          <p:spPr>
            <a:xfrm>
              <a:off x="4350509" y="1161906"/>
              <a:ext cx="64633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36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rPr>
                <a:t>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4969114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autoRev="1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11" dur="200" fill="hold"/>
                                        <p:tgtEl>
                                          <p:spTgt spid="2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mph" presetSubtype="0" autoRev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8" dur="200" fill="hold"/>
                                        <p:tgtEl>
                                          <p:spTgt spid="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mph" presetSubtype="0" autoRev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6" dur="200" fill="hold"/>
                                        <p:tgtEl>
                                          <p:spTgt spid="1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mph" presetSubtype="0" autoRev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34" dur="200" fill="hold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mph" presetSubtype="0" autoRev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42" dur="200" fill="hold"/>
                                        <p:tgtEl>
                                          <p:spTgt spid="2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2" presetClass="entr" presetSubtype="2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25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7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25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25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5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46" grpId="0"/>
      <p:bldP spid="48" grpId="0"/>
      <p:bldP spid="4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485900" y="1733550"/>
            <a:ext cx="6410325" cy="1857375"/>
            <a:chOff x="1485900" y="1733550"/>
            <a:chExt cx="6410325" cy="1857375"/>
          </a:xfrm>
        </p:grpSpPr>
        <p:sp>
          <p:nvSpPr>
            <p:cNvPr id="10" name="椭圆 9"/>
            <p:cNvSpPr/>
            <p:nvPr/>
          </p:nvSpPr>
          <p:spPr>
            <a:xfrm>
              <a:off x="4393724" y="2357807"/>
              <a:ext cx="599336" cy="599336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FC50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1485900" y="1733550"/>
              <a:ext cx="3228975" cy="933450"/>
              <a:chOff x="1323975" y="1828800"/>
              <a:chExt cx="3228975" cy="933450"/>
            </a:xfrm>
          </p:grpSpPr>
          <p:sp>
            <p:nvSpPr>
              <p:cNvPr id="6" name="等腰三角形 5"/>
              <p:cNvSpPr/>
              <p:nvPr/>
            </p:nvSpPr>
            <p:spPr>
              <a:xfrm>
                <a:off x="1323975" y="1828800"/>
                <a:ext cx="3228975" cy="933450"/>
              </a:xfrm>
              <a:prstGeom prst="triangle">
                <a:avLst>
                  <a:gd name="adj" fmla="val 29352"/>
                </a:avLst>
              </a:prstGeom>
              <a:solidFill>
                <a:srgbClr val="1B43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等腰三角形 35"/>
              <p:cNvSpPr/>
              <p:nvPr/>
            </p:nvSpPr>
            <p:spPr>
              <a:xfrm>
                <a:off x="1533527" y="1999519"/>
                <a:ext cx="2638426" cy="762731"/>
              </a:xfrm>
              <a:prstGeom prst="triangle">
                <a:avLst>
                  <a:gd name="adj" fmla="val 29352"/>
                </a:avLst>
              </a:prstGeom>
              <a:pattFill prst="smCheck">
                <a:fgClr>
                  <a:srgbClr val="2E75B6"/>
                </a:fgClr>
                <a:bgClr>
                  <a:schemeClr val="accent1">
                    <a:lumMod val="50000"/>
                  </a:schemeClr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145088" y="2057718"/>
                <a:ext cx="42030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3600" dirty="0">
                    <a:solidFill>
                      <a:schemeClr val="bg1"/>
                    </a:solidFill>
                    <a:latin typeface="方正正中黑_GBK" panose="02000000000000000000" pitchFamily="2" charset="-122"/>
                    <a:ea typeface="方正正中黑_GBK" panose="02000000000000000000" pitchFamily="2" charset="-122"/>
                  </a:rPr>
                  <a:t>1</a:t>
                </a:r>
                <a:endParaRPr lang="zh-CN" altLang="en-US" sz="36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4667250" y="2647950"/>
              <a:ext cx="3228975" cy="942975"/>
              <a:chOff x="4552950" y="2752725"/>
              <a:chExt cx="3228975" cy="942975"/>
            </a:xfrm>
          </p:grpSpPr>
          <p:sp>
            <p:nvSpPr>
              <p:cNvPr id="35" name="等腰三角形 34"/>
              <p:cNvSpPr/>
              <p:nvPr/>
            </p:nvSpPr>
            <p:spPr>
              <a:xfrm flipH="1" flipV="1">
                <a:off x="4552950" y="2762250"/>
                <a:ext cx="3228975" cy="933450"/>
              </a:xfrm>
              <a:prstGeom prst="triangle">
                <a:avLst>
                  <a:gd name="adj" fmla="val 29352"/>
                </a:avLst>
              </a:prstGeom>
              <a:solidFill>
                <a:srgbClr val="1B43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等腰三角形 36"/>
              <p:cNvSpPr/>
              <p:nvPr/>
            </p:nvSpPr>
            <p:spPr>
              <a:xfrm flipH="1" flipV="1">
                <a:off x="4933947" y="2762250"/>
                <a:ext cx="2638426" cy="762731"/>
              </a:xfrm>
              <a:prstGeom prst="triangle">
                <a:avLst>
                  <a:gd name="adj" fmla="val 29352"/>
                </a:avLst>
              </a:prstGeom>
              <a:pattFill prst="smCheck">
                <a:fgClr>
                  <a:srgbClr val="2E75B6"/>
                </a:fgClr>
                <a:bgClr>
                  <a:schemeClr val="accent1">
                    <a:lumMod val="50000"/>
                  </a:schemeClr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6469435" y="2752725"/>
                <a:ext cx="49725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3600" dirty="0">
                    <a:solidFill>
                      <a:schemeClr val="bg1"/>
                    </a:solidFill>
                    <a:latin typeface="方正正中黑_GBK" panose="02000000000000000000" pitchFamily="2" charset="-122"/>
                    <a:ea typeface="方正正中黑_GBK" panose="02000000000000000000" pitchFamily="2" charset="-122"/>
                  </a:rPr>
                  <a:t>2</a:t>
                </a:r>
                <a:endParaRPr lang="zh-CN" altLang="en-US" sz="36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endParaRPr>
              </a:p>
            </p:txBody>
          </p:sp>
        </p:grpSp>
      </p:grpSp>
      <p:grpSp>
        <p:nvGrpSpPr>
          <p:cNvPr id="39" name="组合 38"/>
          <p:cNvGrpSpPr/>
          <p:nvPr/>
        </p:nvGrpSpPr>
        <p:grpSpPr>
          <a:xfrm>
            <a:off x="4543430" y="660239"/>
            <a:ext cx="3855663" cy="1456025"/>
            <a:chOff x="3981449" y="3370532"/>
            <a:chExt cx="3600445" cy="1456025"/>
          </a:xfrm>
        </p:grpSpPr>
        <p:sp>
          <p:nvSpPr>
            <p:cNvPr id="40" name="矩形 39"/>
            <p:cNvSpPr/>
            <p:nvPr/>
          </p:nvSpPr>
          <p:spPr>
            <a:xfrm>
              <a:off x="3981449" y="3658865"/>
              <a:ext cx="3600445" cy="11676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声音频率：音高知觉的基础是声音的频率，频率越高，感知到的音高越高；频率越低，感知到的音高越低。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- **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听觉范围**：人类通常能感知的频率范围大约在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赫兹（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Hz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）到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20,000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赫兹（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Hz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）之间。</a:t>
              </a: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6763487" y="3370532"/>
              <a:ext cx="747251" cy="276999"/>
            </a:xfrm>
            <a:prstGeom prst="rect">
              <a:avLst/>
            </a:prstGeom>
            <a:solidFill>
              <a:srgbClr val="FFC50D"/>
            </a:solidFill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1200" dirty="0">
                  <a:solidFill>
                    <a:srgbClr val="1B43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基本原理</a:t>
              </a: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941013" y="3038840"/>
            <a:ext cx="3855663" cy="1631216"/>
            <a:chOff x="3981449" y="3381866"/>
            <a:chExt cx="3600445" cy="1631216"/>
          </a:xfrm>
        </p:grpSpPr>
        <p:sp>
          <p:nvSpPr>
            <p:cNvPr id="43" name="矩形 42"/>
            <p:cNvSpPr/>
            <p:nvPr/>
          </p:nvSpPr>
          <p:spPr>
            <a:xfrm>
              <a:off x="3981449" y="3658865"/>
              <a:ext cx="3600445" cy="13542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耳蜗：耳蜗内的基底膜上有毛细胞，这些细胞对不同频率的声音敏感。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听觉神经：毛细胞的信号通过听觉神经传递到大脑的听觉皮层进行处理。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069140" y="3381866"/>
              <a:ext cx="1451632" cy="276999"/>
            </a:xfrm>
            <a:prstGeom prst="rect">
              <a:avLst/>
            </a:prstGeom>
            <a:solidFill>
              <a:srgbClr val="FFC50D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1B43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听觉系统</a:t>
              </a:r>
            </a:p>
          </p:txBody>
        </p:sp>
      </p:grpSp>
      <p:sp>
        <p:nvSpPr>
          <p:cNvPr id="45" name="文本框 44"/>
          <p:cNvSpPr txBox="1"/>
          <p:nvPr/>
        </p:nvSpPr>
        <p:spPr>
          <a:xfrm>
            <a:off x="933451" y="181289"/>
            <a:ext cx="3385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音高感知的基本原理</a:t>
            </a:r>
            <a:r>
              <a:rPr lang="en-US" altLang="zh-CN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听觉系统</a:t>
            </a:r>
          </a:p>
        </p:txBody>
      </p:sp>
    </p:spTree>
    <p:extLst>
      <p:ext uri="{BB962C8B-B14F-4D97-AF65-F5344CB8AC3E}">
        <p14:creationId xmlns:p14="http://schemas.microsoft.com/office/powerpoint/2010/main" val="2093403444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曲线连接符 26"/>
          <p:cNvCxnSpPr>
            <a:stCxn id="38" idx="6"/>
            <a:endCxn id="41" idx="2"/>
          </p:cNvCxnSpPr>
          <p:nvPr/>
        </p:nvCxnSpPr>
        <p:spPr>
          <a:xfrm>
            <a:off x="2858853" y="2368368"/>
            <a:ext cx="552450" cy="646331"/>
          </a:xfrm>
          <a:prstGeom prst="curvedConnector3">
            <a:avLst/>
          </a:prstGeom>
          <a:ln w="38100">
            <a:solidFill>
              <a:srgbClr val="8AB8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曲线连接符 28"/>
          <p:cNvCxnSpPr>
            <a:stCxn id="41" idx="6"/>
            <a:endCxn id="47" idx="2"/>
          </p:cNvCxnSpPr>
          <p:nvPr/>
        </p:nvCxnSpPr>
        <p:spPr>
          <a:xfrm flipV="1">
            <a:off x="4011378" y="2368368"/>
            <a:ext cx="547036" cy="646331"/>
          </a:xfrm>
          <a:prstGeom prst="curvedConnector3">
            <a:avLst/>
          </a:prstGeom>
          <a:ln w="38100">
            <a:solidFill>
              <a:srgbClr val="8AB8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曲线连接符 42"/>
          <p:cNvCxnSpPr>
            <a:stCxn id="47" idx="6"/>
            <a:endCxn id="54" idx="2"/>
          </p:cNvCxnSpPr>
          <p:nvPr/>
        </p:nvCxnSpPr>
        <p:spPr>
          <a:xfrm>
            <a:off x="5158489" y="2368368"/>
            <a:ext cx="598448" cy="646330"/>
          </a:xfrm>
          <a:prstGeom prst="curvedConnector3">
            <a:avLst/>
          </a:prstGeom>
          <a:ln w="38100">
            <a:solidFill>
              <a:srgbClr val="8AB8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933451" y="18128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音高感知过程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2258778" y="2022074"/>
            <a:ext cx="600075" cy="646331"/>
            <a:chOff x="4373637" y="1161906"/>
            <a:chExt cx="600075" cy="646331"/>
          </a:xfrm>
        </p:grpSpPr>
        <p:sp>
          <p:nvSpPr>
            <p:cNvPr id="38" name="椭圆 37"/>
            <p:cNvSpPr/>
            <p:nvPr/>
          </p:nvSpPr>
          <p:spPr>
            <a:xfrm>
              <a:off x="4373637" y="1208162"/>
              <a:ext cx="600075" cy="600075"/>
            </a:xfrm>
            <a:prstGeom prst="ellipse">
              <a:avLst/>
            </a:prstGeom>
            <a:solidFill>
              <a:srgbClr val="FFC50D"/>
            </a:solidFill>
            <a:ln w="57150">
              <a:solidFill>
                <a:srgbClr val="1B43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4463520" y="1161906"/>
              <a:ext cx="42030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rPr>
                <a:t>1</a:t>
              </a:r>
              <a:endParaRPr lang="zh-CN" altLang="en-US" sz="3600" dirty="0">
                <a:solidFill>
                  <a:schemeClr val="bg1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3411303" y="2668405"/>
            <a:ext cx="600075" cy="646331"/>
            <a:chOff x="4373637" y="1161906"/>
            <a:chExt cx="600075" cy="646331"/>
          </a:xfrm>
        </p:grpSpPr>
        <p:sp>
          <p:nvSpPr>
            <p:cNvPr id="41" name="椭圆 40"/>
            <p:cNvSpPr/>
            <p:nvPr/>
          </p:nvSpPr>
          <p:spPr>
            <a:xfrm>
              <a:off x="4373637" y="1208162"/>
              <a:ext cx="600075" cy="600075"/>
            </a:xfrm>
            <a:prstGeom prst="ellipse">
              <a:avLst/>
            </a:prstGeom>
            <a:solidFill>
              <a:srgbClr val="FFC50D"/>
            </a:solidFill>
            <a:ln w="57150">
              <a:solidFill>
                <a:srgbClr val="1B43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4425048" y="1161906"/>
              <a:ext cx="49725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rPr>
                <a:t>2</a:t>
              </a:r>
              <a:endParaRPr lang="zh-CN" altLang="en-US" sz="3600" dirty="0">
                <a:solidFill>
                  <a:schemeClr val="bg1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4558414" y="2022074"/>
            <a:ext cx="600075" cy="646331"/>
            <a:chOff x="4373637" y="1161906"/>
            <a:chExt cx="600075" cy="646331"/>
          </a:xfrm>
        </p:grpSpPr>
        <p:sp>
          <p:nvSpPr>
            <p:cNvPr id="47" name="椭圆 46"/>
            <p:cNvSpPr/>
            <p:nvPr/>
          </p:nvSpPr>
          <p:spPr>
            <a:xfrm>
              <a:off x="4373637" y="1208162"/>
              <a:ext cx="600075" cy="600075"/>
            </a:xfrm>
            <a:prstGeom prst="ellipse">
              <a:avLst/>
            </a:prstGeom>
            <a:solidFill>
              <a:srgbClr val="FFC50D"/>
            </a:solidFill>
            <a:ln w="57150">
              <a:solidFill>
                <a:srgbClr val="1B43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4422644" y="1161906"/>
              <a:ext cx="50206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rPr>
                <a:t>3</a:t>
              </a:r>
              <a:endParaRPr lang="zh-CN" altLang="en-US" sz="3600" dirty="0">
                <a:solidFill>
                  <a:schemeClr val="bg1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5756937" y="2668404"/>
            <a:ext cx="600075" cy="646331"/>
            <a:chOff x="4373637" y="1161906"/>
            <a:chExt cx="600075" cy="646331"/>
          </a:xfrm>
        </p:grpSpPr>
        <p:sp>
          <p:nvSpPr>
            <p:cNvPr id="54" name="椭圆 53"/>
            <p:cNvSpPr/>
            <p:nvPr/>
          </p:nvSpPr>
          <p:spPr>
            <a:xfrm>
              <a:off x="4373637" y="1208162"/>
              <a:ext cx="600075" cy="600075"/>
            </a:xfrm>
            <a:prstGeom prst="ellipse">
              <a:avLst/>
            </a:prstGeom>
            <a:solidFill>
              <a:srgbClr val="FFC50D"/>
            </a:solidFill>
            <a:ln w="57150">
              <a:solidFill>
                <a:srgbClr val="1B43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4413827" y="1161906"/>
              <a:ext cx="51969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rPr>
                <a:t>4</a:t>
              </a:r>
              <a:endParaRPr lang="zh-CN" altLang="en-US" sz="3600" dirty="0">
                <a:solidFill>
                  <a:schemeClr val="bg1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endParaRPr>
            </a:p>
          </p:txBody>
        </p:sp>
      </p:grpSp>
      <p:sp>
        <p:nvSpPr>
          <p:cNvPr id="74" name="矩形 73"/>
          <p:cNvSpPr/>
          <p:nvPr/>
        </p:nvSpPr>
        <p:spPr>
          <a:xfrm>
            <a:off x="2806412" y="3453146"/>
            <a:ext cx="1919206" cy="890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基底膜振动：不同频率的声音引起基底膜不同位置的振动。</a:t>
            </a:r>
          </a:p>
        </p:txBody>
      </p:sp>
      <p:sp>
        <p:nvSpPr>
          <p:cNvPr id="75" name="矩形 74"/>
          <p:cNvSpPr/>
          <p:nvPr/>
        </p:nvSpPr>
        <p:spPr>
          <a:xfrm>
            <a:off x="1543508" y="1029539"/>
            <a:ext cx="191920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声音进入耳朵：声波通过外耳和中耳传递到内耳的耳蜗。</a:t>
            </a:r>
          </a:p>
        </p:txBody>
      </p:sp>
      <p:sp>
        <p:nvSpPr>
          <p:cNvPr id="76" name="矩形 75"/>
          <p:cNvSpPr/>
          <p:nvPr/>
        </p:nvSpPr>
        <p:spPr>
          <a:xfrm>
            <a:off x="3898848" y="1029539"/>
            <a:ext cx="1919206" cy="890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基底膜振动：不同频率的声音引起基底膜不同位置的振动。</a:t>
            </a:r>
          </a:p>
        </p:txBody>
      </p:sp>
      <p:sp>
        <p:nvSpPr>
          <p:cNvPr id="77" name="矩形 76"/>
          <p:cNvSpPr/>
          <p:nvPr/>
        </p:nvSpPr>
        <p:spPr>
          <a:xfrm>
            <a:off x="5158680" y="3453146"/>
            <a:ext cx="1919206" cy="890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基底膜振动：不同频率的声音引起基底膜不同位置的振动。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6985788" y="2035894"/>
            <a:ext cx="600075" cy="646331"/>
            <a:chOff x="6456114" y="1102017"/>
            <a:chExt cx="600075" cy="646331"/>
          </a:xfrm>
        </p:grpSpPr>
        <p:sp>
          <p:nvSpPr>
            <p:cNvPr id="23" name="椭圆 22"/>
            <p:cNvSpPr/>
            <p:nvPr/>
          </p:nvSpPr>
          <p:spPr>
            <a:xfrm>
              <a:off x="6456114" y="1102017"/>
              <a:ext cx="600075" cy="600075"/>
            </a:xfrm>
            <a:prstGeom prst="ellipse">
              <a:avLst/>
            </a:prstGeom>
            <a:solidFill>
              <a:srgbClr val="FFC50D"/>
            </a:solidFill>
            <a:ln w="57150">
              <a:solidFill>
                <a:srgbClr val="1B43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513136" y="1102017"/>
              <a:ext cx="50366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rPr>
                <a:t>5</a:t>
              </a:r>
              <a:endParaRPr lang="zh-CN" altLang="en-US" sz="3600" dirty="0">
                <a:solidFill>
                  <a:schemeClr val="bg1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endParaRPr>
            </a:p>
          </p:txBody>
        </p:sp>
      </p:grpSp>
      <p:cxnSp>
        <p:nvCxnSpPr>
          <p:cNvPr id="25" name="曲线连接符 24"/>
          <p:cNvCxnSpPr/>
          <p:nvPr/>
        </p:nvCxnSpPr>
        <p:spPr>
          <a:xfrm flipV="1">
            <a:off x="6396867" y="2391494"/>
            <a:ext cx="547036" cy="646331"/>
          </a:xfrm>
          <a:prstGeom prst="curvedConnector3">
            <a:avLst/>
          </a:prstGeom>
          <a:ln w="38100">
            <a:solidFill>
              <a:srgbClr val="8AB8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316821" y="1029539"/>
            <a:ext cx="19944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大脑处理：大脑的听觉皮层整合这些信号，形成音高感知。</a:t>
            </a:r>
          </a:p>
        </p:txBody>
      </p:sp>
    </p:spTree>
    <p:extLst>
      <p:ext uri="{BB962C8B-B14F-4D97-AF65-F5344CB8AC3E}">
        <p14:creationId xmlns:p14="http://schemas.microsoft.com/office/powerpoint/2010/main" val="1896293329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autoRev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11" dur="200" fill="hold"/>
                                        <p:tgtEl>
                                          <p:spTgt spid="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8" dur="200" fill="hold"/>
                                        <p:tgtEl>
                                          <p:spTgt spid="4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250"/>
                            </p:stCondLst>
                            <p:childTnLst>
                              <p:par>
                                <p:cTn id="3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5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mph" presetSubtype="0" autoRev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45" dur="200" fill="hold"/>
                                        <p:tgtEl>
                                          <p:spTgt spid="4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25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250"/>
                            </p:stCondLst>
                            <p:childTnLst>
                              <p:par>
                                <p:cTn id="5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2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2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6" presetClass="emph" presetSubtype="0" autoRev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62" dur="200" fill="hold"/>
                                        <p:tgtEl>
                                          <p:spTgt spid="5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750"/>
                            </p:stCondLst>
                            <p:childTnLst>
                              <p:par>
                                <p:cTn id="6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25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7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000"/>
                            </p:stCondLst>
                            <p:childTnLst>
                              <p:par>
                                <p:cTn id="6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6" presetClass="emph" presetSubtype="0" autoRev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75" dur="200" fill="hold"/>
                                        <p:tgtEl>
                                          <p:spTgt spid="2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5" grpId="0"/>
      <p:bldP spid="76" grpId="0"/>
      <p:bldP spid="7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933451" y="18128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音高知觉的特性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037517" y="1075939"/>
            <a:ext cx="2243729" cy="3630454"/>
            <a:chOff x="1276186" y="1181100"/>
            <a:chExt cx="2243729" cy="3630454"/>
          </a:xfrm>
        </p:grpSpPr>
        <p:grpSp>
          <p:nvGrpSpPr>
            <p:cNvPr id="3" name="组合 2"/>
            <p:cNvGrpSpPr/>
            <p:nvPr/>
          </p:nvGrpSpPr>
          <p:grpSpPr>
            <a:xfrm>
              <a:off x="1276186" y="1181101"/>
              <a:ext cx="2243729" cy="3630453"/>
              <a:chOff x="1276186" y="1181101"/>
              <a:chExt cx="2243729" cy="3630453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1276186" y="1181101"/>
                <a:ext cx="2171863" cy="334327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AFCEE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2862364" y="3611225"/>
                <a:ext cx="65755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7200" dirty="0">
                    <a:solidFill>
                      <a:srgbClr val="AFCEEB"/>
                    </a:solidFill>
                    <a:latin typeface="方正正中黑_GBK" panose="02000000000000000000" pitchFamily="2" charset="-122"/>
                    <a:ea typeface="方正正中黑_GBK" panose="02000000000000000000" pitchFamily="2" charset="-122"/>
                  </a:rPr>
                  <a:t>1</a:t>
                </a:r>
                <a:endParaRPr lang="zh-CN" altLang="en-US" sz="7200" dirty="0">
                  <a:solidFill>
                    <a:srgbClr val="AFCEEB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1276186" y="1181100"/>
              <a:ext cx="2171863" cy="379095"/>
              <a:chOff x="1276186" y="1181100"/>
              <a:chExt cx="2171863" cy="379095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1276186" y="1181100"/>
                <a:ext cx="2171863" cy="333376"/>
              </a:xfrm>
              <a:prstGeom prst="rect">
                <a:avLst/>
              </a:prstGeom>
              <a:pattFill prst="smCheck">
                <a:fgClr>
                  <a:srgbClr val="2E75B6"/>
                </a:fgClr>
                <a:bgClr>
                  <a:schemeClr val="accent1">
                    <a:lumMod val="50000"/>
                  </a:schemeClr>
                </a:bgClr>
              </a:patt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1276186" y="1514476"/>
                <a:ext cx="2171863" cy="45719"/>
              </a:xfrm>
              <a:prstGeom prst="rect">
                <a:avLst/>
              </a:prstGeom>
              <a:solidFill>
                <a:srgbClr val="FFC50D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1276186" y="1209289"/>
                <a:ext cx="95410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音高恒常性</a:t>
                </a:r>
              </a:p>
            </p:txBody>
          </p:sp>
        </p:grpSp>
        <p:sp>
          <p:nvSpPr>
            <p:cNvPr id="32" name="矩形 31"/>
            <p:cNvSpPr/>
            <p:nvPr/>
          </p:nvSpPr>
          <p:spPr>
            <a:xfrm>
              <a:off x="1419060" y="1665198"/>
              <a:ext cx="1886113" cy="16158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zh-CN" altLang="en-US" sz="1100" dirty="0">
                  <a:solidFill>
                    <a:srgbClr val="132F4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定义：在不同音量和音色条件下，人耳能够保持对音高的恒定感知。</a:t>
              </a:r>
              <a:endParaRPr lang="en-US" altLang="zh-CN" sz="11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0">
                <a:lnSpc>
                  <a:spcPct val="150000"/>
                </a:lnSpc>
                <a:defRPr/>
              </a:pPr>
              <a:r>
                <a:rPr lang="zh-CN" altLang="en-US" sz="1100" dirty="0">
                  <a:solidFill>
                    <a:srgbClr val="132F4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机制：大脑通过对比周围环境的声音特征，调整对音高的感知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32F4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5795558" y="1075939"/>
            <a:ext cx="2309546" cy="3630454"/>
            <a:chOff x="1276186" y="1181100"/>
            <a:chExt cx="2309546" cy="3630454"/>
          </a:xfrm>
        </p:grpSpPr>
        <p:grpSp>
          <p:nvGrpSpPr>
            <p:cNvPr id="34" name="组合 33"/>
            <p:cNvGrpSpPr/>
            <p:nvPr/>
          </p:nvGrpSpPr>
          <p:grpSpPr>
            <a:xfrm>
              <a:off x="1298250" y="1181100"/>
              <a:ext cx="2287482" cy="3630454"/>
              <a:chOff x="1298250" y="1181100"/>
              <a:chExt cx="2287482" cy="3630454"/>
            </a:xfrm>
          </p:grpSpPr>
          <p:sp>
            <p:nvSpPr>
              <p:cNvPr id="40" name="矩形 39"/>
              <p:cNvSpPr/>
              <p:nvPr/>
            </p:nvSpPr>
            <p:spPr>
              <a:xfrm>
                <a:off x="1298250" y="1181100"/>
                <a:ext cx="2171863" cy="334327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AFCEE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2777497" y="3611225"/>
                <a:ext cx="80823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7200" dirty="0">
                    <a:solidFill>
                      <a:srgbClr val="AFCEEB"/>
                    </a:solidFill>
                    <a:latin typeface="方正正中黑_GBK" panose="02000000000000000000" pitchFamily="2" charset="-122"/>
                    <a:ea typeface="方正正中黑_GBK" panose="02000000000000000000" pitchFamily="2" charset="-122"/>
                  </a:rPr>
                  <a:t>2</a:t>
                </a:r>
                <a:endParaRPr lang="zh-CN" altLang="en-US" sz="7200" dirty="0">
                  <a:solidFill>
                    <a:srgbClr val="AFCEEB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1276186" y="1181100"/>
              <a:ext cx="2171863" cy="379095"/>
              <a:chOff x="1276186" y="1181100"/>
              <a:chExt cx="2171863" cy="379095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1276186" y="1181100"/>
                <a:ext cx="2171863" cy="333376"/>
              </a:xfrm>
              <a:prstGeom prst="rect">
                <a:avLst/>
              </a:prstGeom>
              <a:pattFill prst="smCheck">
                <a:fgClr>
                  <a:srgbClr val="2E75B6"/>
                </a:fgClr>
                <a:bgClr>
                  <a:schemeClr val="accent1">
                    <a:lumMod val="50000"/>
                  </a:schemeClr>
                </a:bgClr>
              </a:patt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1276186" y="1514476"/>
                <a:ext cx="2171863" cy="45719"/>
              </a:xfrm>
              <a:prstGeom prst="rect">
                <a:avLst/>
              </a:prstGeom>
              <a:solidFill>
                <a:srgbClr val="FFC50D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1276186" y="1209289"/>
                <a:ext cx="80021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音高错觉</a:t>
                </a:r>
              </a:p>
            </p:txBody>
          </p:sp>
        </p:grpSp>
        <p:sp>
          <p:nvSpPr>
            <p:cNvPr id="36" name="矩形 35"/>
            <p:cNvSpPr/>
            <p:nvPr/>
          </p:nvSpPr>
          <p:spPr>
            <a:xfrm>
              <a:off x="1419060" y="1665198"/>
              <a:ext cx="1886113" cy="18398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 dirty="0">
                  <a:solidFill>
                    <a:srgbClr val="132F4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定义：在某些情况下，人耳会错误地感知音高。</a:t>
              </a:r>
              <a:endParaRPr lang="en-US" altLang="zh-CN" sz="11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100" dirty="0">
                  <a:solidFill>
                    <a:srgbClr val="132F4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例子：著名的“</a:t>
              </a:r>
              <a:r>
                <a:rPr lang="en-US" altLang="zh-CN" sz="1100" dirty="0">
                  <a:solidFill>
                    <a:srgbClr val="132F4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Shepard</a:t>
              </a:r>
              <a:r>
                <a:rPr lang="zh-CN" altLang="en-US" sz="1100" dirty="0">
                  <a:solidFill>
                    <a:srgbClr val="132F4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音调”错觉展示了即使音高实际上在循环变化，我们也会感知到持续上升或下降的音高。。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7782985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1162051" y="934134"/>
            <a:ext cx="2603694" cy="1735795"/>
            <a:chOff x="1257298" y="1003308"/>
            <a:chExt cx="2352676" cy="1568450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7299" y="1003308"/>
              <a:ext cx="2352675" cy="1568450"/>
            </a:xfrm>
            <a:prstGeom prst="rect">
              <a:avLst/>
            </a:prstGeom>
          </p:spPr>
        </p:pic>
        <p:sp>
          <p:nvSpPr>
            <p:cNvPr id="12" name="直角三角形 11"/>
            <p:cNvSpPr/>
            <p:nvPr/>
          </p:nvSpPr>
          <p:spPr>
            <a:xfrm rot="5400000">
              <a:off x="1257298" y="1003308"/>
              <a:ext cx="266700" cy="266700"/>
            </a:xfrm>
            <a:prstGeom prst="rtTriangle">
              <a:avLst/>
            </a:prstGeom>
            <a:solidFill>
              <a:srgbClr val="1B43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162052" y="2890856"/>
            <a:ext cx="2603693" cy="1735795"/>
            <a:chOff x="1257298" y="2883830"/>
            <a:chExt cx="2352675" cy="1568450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7298" y="2883830"/>
              <a:ext cx="2352675" cy="1568450"/>
            </a:xfrm>
            <a:prstGeom prst="rect">
              <a:avLst/>
            </a:prstGeom>
          </p:spPr>
        </p:pic>
        <p:sp>
          <p:nvSpPr>
            <p:cNvPr id="13" name="直角三角形 12"/>
            <p:cNvSpPr/>
            <p:nvPr/>
          </p:nvSpPr>
          <p:spPr>
            <a:xfrm rot="5400000">
              <a:off x="1257298" y="2898337"/>
              <a:ext cx="266700" cy="266700"/>
            </a:xfrm>
            <a:prstGeom prst="rtTriangle">
              <a:avLst/>
            </a:prstGeom>
            <a:solidFill>
              <a:srgbClr val="1B43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105274" y="952290"/>
            <a:ext cx="4591051" cy="1631216"/>
            <a:chOff x="3981449" y="952290"/>
            <a:chExt cx="4591051" cy="1631216"/>
          </a:xfrm>
        </p:grpSpPr>
        <p:sp>
          <p:nvSpPr>
            <p:cNvPr id="16" name="矩形 15"/>
            <p:cNvSpPr/>
            <p:nvPr/>
          </p:nvSpPr>
          <p:spPr>
            <a:xfrm>
              <a:off x="3981449" y="1229289"/>
              <a:ext cx="4591051" cy="13542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音乐：音高知觉是音乐创作和欣赏的基础，音乐家利用音高变化创作旋律和和声。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语音识别：音高知觉在语音识别和语言理解中起着重要作用，不同的音高变化可以传达不同的语义和情感。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4069140" y="952290"/>
              <a:ext cx="800219" cy="276999"/>
            </a:xfrm>
            <a:prstGeom prst="rect">
              <a:avLst/>
            </a:prstGeom>
            <a:solidFill>
              <a:srgbClr val="2E75B6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现实应用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105274" y="3381866"/>
            <a:ext cx="4591051" cy="1321580"/>
            <a:chOff x="3981449" y="3381866"/>
            <a:chExt cx="4591051" cy="1321580"/>
          </a:xfrm>
        </p:grpSpPr>
        <p:sp>
          <p:nvSpPr>
            <p:cNvPr id="18" name="矩形 17"/>
            <p:cNvSpPr/>
            <p:nvPr/>
          </p:nvSpPr>
          <p:spPr>
            <a:xfrm>
              <a:off x="3981449" y="3658865"/>
              <a:ext cx="4591051" cy="10445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听觉科学：研究音高知觉有助于理解听觉系统的工作原理。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神经科学：研究音高知觉有助于揭示大脑如何处理和整合听觉信息。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069140" y="3381866"/>
              <a:ext cx="800219" cy="276999"/>
            </a:xfrm>
            <a:prstGeom prst="rect">
              <a:avLst/>
            </a:prstGeom>
            <a:solidFill>
              <a:srgbClr val="FFC50D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solidFill>
                    <a:srgbClr val="1B43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研究意义</a:t>
              </a: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933451" y="181289"/>
            <a:ext cx="3385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音高感知的现实应用</a:t>
            </a:r>
            <a:r>
              <a:rPr lang="en-US" altLang="zh-CN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研究意义</a:t>
            </a:r>
          </a:p>
        </p:txBody>
      </p:sp>
    </p:spTree>
    <p:extLst>
      <p:ext uri="{BB962C8B-B14F-4D97-AF65-F5344CB8AC3E}">
        <p14:creationId xmlns:p14="http://schemas.microsoft.com/office/powerpoint/2010/main" val="603035962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2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5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0"/>
                            </p:stCondLst>
                            <p:childTnLst>
                              <p:par>
                                <p:cTn id="2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6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C4DC1-4F97-492E-B7BC-5CB5A8C46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B1655476-D4FE-AD83-1972-0730A389BEEE}"/>
              </a:ext>
            </a:extLst>
          </p:cNvPr>
          <p:cNvSpPr txBox="1"/>
          <p:nvPr/>
        </p:nvSpPr>
        <p:spPr>
          <a:xfrm>
            <a:off x="933451" y="181289"/>
            <a:ext cx="4378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生活中的心理学</a:t>
            </a:r>
            <a:r>
              <a:rPr lang="en-US" altLang="zh-CN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颜色知觉与音高知觉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3CECD74-A110-7F0D-7502-1C59E221807B}"/>
              </a:ext>
            </a:extLst>
          </p:cNvPr>
          <p:cNvGrpSpPr/>
          <p:nvPr/>
        </p:nvGrpSpPr>
        <p:grpSpPr>
          <a:xfrm>
            <a:off x="2037517" y="1075939"/>
            <a:ext cx="2243729" cy="3630454"/>
            <a:chOff x="1276186" y="1181100"/>
            <a:chExt cx="2243729" cy="3630454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063027D5-1E9C-5D53-FB2D-ABC2ABCF5A6B}"/>
                </a:ext>
              </a:extLst>
            </p:cNvPr>
            <p:cNvGrpSpPr/>
            <p:nvPr/>
          </p:nvGrpSpPr>
          <p:grpSpPr>
            <a:xfrm>
              <a:off x="1276186" y="1181101"/>
              <a:ext cx="2243729" cy="3630453"/>
              <a:chOff x="1276186" y="1181101"/>
              <a:chExt cx="2243729" cy="3630453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8AEC2401-B6AB-8124-F388-345BF6490098}"/>
                  </a:ext>
                </a:extLst>
              </p:cNvPr>
              <p:cNvSpPr/>
              <p:nvPr/>
            </p:nvSpPr>
            <p:spPr>
              <a:xfrm>
                <a:off x="1276186" y="1181101"/>
                <a:ext cx="2171863" cy="334327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AFCEE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CA8CB47E-173A-FD0E-062F-FB0C841E6CC3}"/>
                  </a:ext>
                </a:extLst>
              </p:cNvPr>
              <p:cNvSpPr txBox="1"/>
              <p:nvPr/>
            </p:nvSpPr>
            <p:spPr>
              <a:xfrm>
                <a:off x="2862364" y="3611225"/>
                <a:ext cx="65755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7200" dirty="0">
                    <a:solidFill>
                      <a:srgbClr val="AFCEEB"/>
                    </a:solidFill>
                    <a:latin typeface="方正正中黑_GBK" panose="02000000000000000000" pitchFamily="2" charset="-122"/>
                    <a:ea typeface="方正正中黑_GBK" panose="02000000000000000000" pitchFamily="2" charset="-122"/>
                  </a:rPr>
                  <a:t>1</a:t>
                </a:r>
                <a:endParaRPr lang="zh-CN" altLang="en-US" sz="7200" dirty="0">
                  <a:solidFill>
                    <a:srgbClr val="AFCEEB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endParaRPr>
              </a:p>
            </p:txBody>
          </p: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C497021-6463-0BB2-97CB-8F9F7114710F}"/>
                </a:ext>
              </a:extLst>
            </p:cNvPr>
            <p:cNvGrpSpPr/>
            <p:nvPr/>
          </p:nvGrpSpPr>
          <p:grpSpPr>
            <a:xfrm>
              <a:off x="1276186" y="1181100"/>
              <a:ext cx="2171863" cy="379095"/>
              <a:chOff x="1276186" y="1181100"/>
              <a:chExt cx="2171863" cy="379095"/>
            </a:xfrm>
          </p:grpSpPr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7A9F5213-CFA1-333B-B7F5-0252EEC53F46}"/>
                  </a:ext>
                </a:extLst>
              </p:cNvPr>
              <p:cNvSpPr/>
              <p:nvPr/>
            </p:nvSpPr>
            <p:spPr>
              <a:xfrm>
                <a:off x="1276186" y="1181100"/>
                <a:ext cx="2171863" cy="333376"/>
              </a:xfrm>
              <a:prstGeom prst="rect">
                <a:avLst/>
              </a:prstGeom>
              <a:pattFill prst="smCheck">
                <a:fgClr>
                  <a:srgbClr val="2E75B6"/>
                </a:fgClr>
                <a:bgClr>
                  <a:schemeClr val="accent1">
                    <a:lumMod val="50000"/>
                  </a:schemeClr>
                </a:bgClr>
              </a:patt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A039A3A9-99C5-D8D6-269C-48D5F65224EA}"/>
                  </a:ext>
                </a:extLst>
              </p:cNvPr>
              <p:cNvSpPr/>
              <p:nvPr/>
            </p:nvSpPr>
            <p:spPr>
              <a:xfrm>
                <a:off x="1276186" y="1514476"/>
                <a:ext cx="2171863" cy="45719"/>
              </a:xfrm>
              <a:prstGeom prst="rect">
                <a:avLst/>
              </a:prstGeom>
              <a:solidFill>
                <a:srgbClr val="FFC50D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B98A8B56-A08B-78CC-F8A7-F972475731F5}"/>
                  </a:ext>
                </a:extLst>
              </p:cNvPr>
              <p:cNvSpPr txBox="1"/>
              <p:nvPr/>
            </p:nvSpPr>
            <p:spPr>
              <a:xfrm>
                <a:off x="1276186" y="1209289"/>
                <a:ext cx="11079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商业场景搭配</a:t>
                </a:r>
              </a:p>
            </p:txBody>
          </p:sp>
        </p:grp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F7210372-BBF1-A50B-9F2E-5CEAFDA621AC}"/>
                </a:ext>
              </a:extLst>
            </p:cNvPr>
            <p:cNvSpPr/>
            <p:nvPr/>
          </p:nvSpPr>
          <p:spPr>
            <a:xfrm>
              <a:off x="1419060" y="1665198"/>
              <a:ext cx="1886113" cy="13320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132F4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快餐店用红色、橙色等暖色调（颜色知觉），搭配节奏明快的背景音乐（音高知觉），刺激顾客食欲并营造热闹氛围。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B1A6E34-19BF-3F54-4BAB-608126CB56E6}"/>
              </a:ext>
            </a:extLst>
          </p:cNvPr>
          <p:cNvGrpSpPr/>
          <p:nvPr/>
        </p:nvGrpSpPr>
        <p:grpSpPr>
          <a:xfrm>
            <a:off x="5795558" y="1075939"/>
            <a:ext cx="2309546" cy="3630454"/>
            <a:chOff x="1276186" y="1181100"/>
            <a:chExt cx="2309546" cy="3630454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91019BCE-DC57-0911-5027-787E0214A8D1}"/>
                </a:ext>
              </a:extLst>
            </p:cNvPr>
            <p:cNvGrpSpPr/>
            <p:nvPr/>
          </p:nvGrpSpPr>
          <p:grpSpPr>
            <a:xfrm>
              <a:off x="1276186" y="1181101"/>
              <a:ext cx="2309546" cy="3630453"/>
              <a:chOff x="1276186" y="1181101"/>
              <a:chExt cx="2309546" cy="3630453"/>
            </a:xfrm>
          </p:grpSpPr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CED18500-FE63-A623-0492-D5F2B124CA1C}"/>
                  </a:ext>
                </a:extLst>
              </p:cNvPr>
              <p:cNvSpPr/>
              <p:nvPr/>
            </p:nvSpPr>
            <p:spPr>
              <a:xfrm>
                <a:off x="1276186" y="1181101"/>
                <a:ext cx="2171863" cy="334327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AFCEE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2E949DA-FC03-CE9F-4BAF-7421520F3547}"/>
                  </a:ext>
                </a:extLst>
              </p:cNvPr>
              <p:cNvSpPr txBox="1"/>
              <p:nvPr/>
            </p:nvSpPr>
            <p:spPr>
              <a:xfrm>
                <a:off x="2777497" y="3611225"/>
                <a:ext cx="80823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7200" dirty="0">
                    <a:solidFill>
                      <a:srgbClr val="AFCEEB"/>
                    </a:solidFill>
                    <a:latin typeface="方正正中黑_GBK" panose="02000000000000000000" pitchFamily="2" charset="-122"/>
                    <a:ea typeface="方正正中黑_GBK" panose="02000000000000000000" pitchFamily="2" charset="-122"/>
                  </a:rPr>
                  <a:t>2</a:t>
                </a:r>
                <a:endParaRPr lang="zh-CN" altLang="en-US" sz="7200" dirty="0">
                  <a:solidFill>
                    <a:srgbClr val="AFCEEB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38A05ABD-E1EF-B433-67EB-EE4564BA76B2}"/>
                </a:ext>
              </a:extLst>
            </p:cNvPr>
            <p:cNvGrpSpPr/>
            <p:nvPr/>
          </p:nvGrpSpPr>
          <p:grpSpPr>
            <a:xfrm>
              <a:off x="1276186" y="1181100"/>
              <a:ext cx="2171863" cy="379095"/>
              <a:chOff x="1276186" y="1181100"/>
              <a:chExt cx="2171863" cy="379095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7496214-5933-99D5-2A06-E256570E4D41}"/>
                  </a:ext>
                </a:extLst>
              </p:cNvPr>
              <p:cNvSpPr/>
              <p:nvPr/>
            </p:nvSpPr>
            <p:spPr>
              <a:xfrm>
                <a:off x="1276186" y="1181100"/>
                <a:ext cx="2171863" cy="333376"/>
              </a:xfrm>
              <a:prstGeom prst="rect">
                <a:avLst/>
              </a:prstGeom>
              <a:pattFill prst="smCheck">
                <a:fgClr>
                  <a:srgbClr val="2E75B6"/>
                </a:fgClr>
                <a:bgClr>
                  <a:schemeClr val="accent1">
                    <a:lumMod val="50000"/>
                  </a:schemeClr>
                </a:bgClr>
              </a:patt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BD1681EC-4DCF-5831-097D-6DD8726C11DA}"/>
                  </a:ext>
                </a:extLst>
              </p:cNvPr>
              <p:cNvSpPr/>
              <p:nvPr/>
            </p:nvSpPr>
            <p:spPr>
              <a:xfrm>
                <a:off x="1276186" y="1514476"/>
                <a:ext cx="2171863" cy="45719"/>
              </a:xfrm>
              <a:prstGeom prst="rect">
                <a:avLst/>
              </a:prstGeom>
              <a:solidFill>
                <a:srgbClr val="FFC50D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7E5A8B92-40A0-04C1-A92C-911713E512A0}"/>
                  </a:ext>
                </a:extLst>
              </p:cNvPr>
              <p:cNvSpPr txBox="1"/>
              <p:nvPr/>
            </p:nvSpPr>
            <p:spPr>
              <a:xfrm>
                <a:off x="1276186" y="1209289"/>
                <a:ext cx="110799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影视氛围营造</a:t>
                </a:r>
              </a:p>
            </p:txBody>
          </p:sp>
        </p:grp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53DCBF74-0377-B6E9-A46C-81BA4F1108DA}"/>
                </a:ext>
              </a:extLst>
            </p:cNvPr>
            <p:cNvSpPr/>
            <p:nvPr/>
          </p:nvSpPr>
          <p:spPr>
            <a:xfrm>
              <a:off x="1419060" y="1665198"/>
              <a:ext cx="1886113" cy="8242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 dirty="0">
                  <a:solidFill>
                    <a:srgbClr val="132F4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恐怖片用冷色调画面（如青灰色）结合高音尖锐的配乐，强化紧张、惊悚的感官体验。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7914110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1428750"/>
            <a:ext cx="9144000" cy="3714750"/>
            <a:chOff x="0" y="1428750"/>
            <a:chExt cx="9144000" cy="3714750"/>
          </a:xfrm>
        </p:grpSpPr>
        <p:sp>
          <p:nvSpPr>
            <p:cNvPr id="4" name="流程图: 文档 3"/>
            <p:cNvSpPr/>
            <p:nvPr/>
          </p:nvSpPr>
          <p:spPr>
            <a:xfrm rot="10800000" flipH="1">
              <a:off x="0" y="1428750"/>
              <a:ext cx="9144000" cy="3714750"/>
            </a:xfrm>
            <a:prstGeom prst="flowChartDocument">
              <a:avLst/>
            </a:pr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流程图: 文档 4"/>
            <p:cNvSpPr/>
            <p:nvPr/>
          </p:nvSpPr>
          <p:spPr>
            <a:xfrm rot="10800000" flipH="1">
              <a:off x="0" y="1809752"/>
              <a:ext cx="9144000" cy="3333747"/>
            </a:xfrm>
            <a:prstGeom prst="flowChartDocumen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流程图: 文档 5"/>
            <p:cNvSpPr/>
            <p:nvPr/>
          </p:nvSpPr>
          <p:spPr>
            <a:xfrm rot="10800000" flipH="1">
              <a:off x="0" y="1981199"/>
              <a:ext cx="9144000" cy="3162299"/>
            </a:xfrm>
            <a:prstGeom prst="flowChartDocument">
              <a:avLst/>
            </a:prstGeom>
            <a:solidFill>
              <a:srgbClr val="1B43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流程图: 文档 6"/>
            <p:cNvSpPr/>
            <p:nvPr/>
          </p:nvSpPr>
          <p:spPr>
            <a:xfrm rot="10800000" flipH="1">
              <a:off x="0" y="2171699"/>
              <a:ext cx="9144000" cy="2971800"/>
            </a:xfrm>
            <a:prstGeom prst="flowChartDocument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6566791" y="-88136"/>
            <a:ext cx="177163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8000" dirty="0">
                <a:solidFill>
                  <a:srgbClr val="FFC50D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rPr>
              <a:t>3</a:t>
            </a:r>
            <a:endParaRPr lang="zh-CN" altLang="en-US" sz="18000" dirty="0">
              <a:solidFill>
                <a:srgbClr val="FFC50D"/>
              </a:solidFill>
              <a:latin typeface="方正正中黑_GBK" panose="02000000000000000000" pitchFamily="2" charset="-122"/>
              <a:ea typeface="方正正中黑_GBK" panose="02000000000000000000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2563" y="2833747"/>
            <a:ext cx="4801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rPr>
              <a:t>研究方法与研究过程</a:t>
            </a:r>
          </a:p>
        </p:txBody>
      </p:sp>
    </p:spTree>
  </p:cSld>
  <p:clrMapOvr>
    <a:masterClrMapping/>
  </p:clrMapOvr>
  <p:transition spd="med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2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6" presetClass="emph" presetSubtype="0" autoRev="1" fill="hold" grpId="1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Scale>
                                          <p:cBhvr>
                                            <p:cTn id="16" dur="200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/>
          <p:bldP spid="12" grpId="1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2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6" presetClass="emph" presetSubtype="0" autoRev="1" fill="hold" grpId="1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Scale>
                                          <p:cBhvr>
                                            <p:cTn id="16" dur="200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4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/>
          <p:bldP spid="12" grpId="1"/>
          <p:bldP spid="13" grpId="0"/>
          <p:bldP spid="14" grpId="0" animBg="1"/>
        </p:bldLst>
      </p:timing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485900" y="1733550"/>
            <a:ext cx="6410325" cy="1857375"/>
            <a:chOff x="1485900" y="1733550"/>
            <a:chExt cx="6410325" cy="1857375"/>
          </a:xfrm>
        </p:grpSpPr>
        <p:sp>
          <p:nvSpPr>
            <p:cNvPr id="10" name="椭圆 9"/>
            <p:cNvSpPr/>
            <p:nvPr/>
          </p:nvSpPr>
          <p:spPr>
            <a:xfrm>
              <a:off x="4393724" y="2357807"/>
              <a:ext cx="599336" cy="599336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FFC50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1485900" y="1733550"/>
              <a:ext cx="3228975" cy="933450"/>
              <a:chOff x="1323975" y="1828800"/>
              <a:chExt cx="3228975" cy="933450"/>
            </a:xfrm>
          </p:grpSpPr>
          <p:sp>
            <p:nvSpPr>
              <p:cNvPr id="6" name="等腰三角形 5"/>
              <p:cNvSpPr/>
              <p:nvPr/>
            </p:nvSpPr>
            <p:spPr>
              <a:xfrm>
                <a:off x="1323975" y="1828800"/>
                <a:ext cx="3228975" cy="933450"/>
              </a:xfrm>
              <a:prstGeom prst="triangle">
                <a:avLst>
                  <a:gd name="adj" fmla="val 29352"/>
                </a:avLst>
              </a:prstGeom>
              <a:solidFill>
                <a:srgbClr val="1B43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等腰三角形 35"/>
              <p:cNvSpPr/>
              <p:nvPr/>
            </p:nvSpPr>
            <p:spPr>
              <a:xfrm>
                <a:off x="1533527" y="1999519"/>
                <a:ext cx="2638426" cy="762731"/>
              </a:xfrm>
              <a:prstGeom prst="triangle">
                <a:avLst>
                  <a:gd name="adj" fmla="val 29352"/>
                </a:avLst>
              </a:prstGeom>
              <a:pattFill prst="smCheck">
                <a:fgClr>
                  <a:srgbClr val="2E75B6"/>
                </a:fgClr>
                <a:bgClr>
                  <a:schemeClr val="accent1">
                    <a:lumMod val="50000"/>
                  </a:schemeClr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145088" y="2057718"/>
                <a:ext cx="42030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3600" dirty="0">
                    <a:solidFill>
                      <a:schemeClr val="bg1"/>
                    </a:solidFill>
                    <a:latin typeface="方正正中黑_GBK" panose="02000000000000000000" pitchFamily="2" charset="-122"/>
                    <a:ea typeface="方正正中黑_GBK" panose="02000000000000000000" pitchFamily="2" charset="-122"/>
                  </a:rPr>
                  <a:t>1</a:t>
                </a:r>
                <a:endParaRPr lang="zh-CN" altLang="en-US" sz="36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4667250" y="2647950"/>
              <a:ext cx="3228975" cy="942975"/>
              <a:chOff x="4552950" y="2752725"/>
              <a:chExt cx="3228975" cy="942975"/>
            </a:xfrm>
          </p:grpSpPr>
          <p:sp>
            <p:nvSpPr>
              <p:cNvPr id="35" name="等腰三角形 34"/>
              <p:cNvSpPr/>
              <p:nvPr/>
            </p:nvSpPr>
            <p:spPr>
              <a:xfrm flipH="1" flipV="1">
                <a:off x="4552950" y="2762250"/>
                <a:ext cx="3228975" cy="933450"/>
              </a:xfrm>
              <a:prstGeom prst="triangle">
                <a:avLst>
                  <a:gd name="adj" fmla="val 29352"/>
                </a:avLst>
              </a:prstGeom>
              <a:solidFill>
                <a:srgbClr val="1B43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等腰三角形 36"/>
              <p:cNvSpPr/>
              <p:nvPr/>
            </p:nvSpPr>
            <p:spPr>
              <a:xfrm flipH="1" flipV="1">
                <a:off x="4933947" y="2762250"/>
                <a:ext cx="2638426" cy="762731"/>
              </a:xfrm>
              <a:prstGeom prst="triangle">
                <a:avLst>
                  <a:gd name="adj" fmla="val 29352"/>
                </a:avLst>
              </a:prstGeom>
              <a:pattFill prst="smCheck">
                <a:fgClr>
                  <a:srgbClr val="2E75B6"/>
                </a:fgClr>
                <a:bgClr>
                  <a:schemeClr val="accent1">
                    <a:lumMod val="50000"/>
                  </a:schemeClr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6469435" y="2752725"/>
                <a:ext cx="49725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3600" dirty="0">
                    <a:solidFill>
                      <a:schemeClr val="bg1"/>
                    </a:solidFill>
                    <a:latin typeface="方正正中黑_GBK" panose="02000000000000000000" pitchFamily="2" charset="-122"/>
                    <a:ea typeface="方正正中黑_GBK" panose="02000000000000000000" pitchFamily="2" charset="-122"/>
                  </a:rPr>
                  <a:t>2</a:t>
                </a:r>
                <a:endParaRPr lang="zh-CN" altLang="en-US" sz="36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endParaRPr>
              </a:p>
            </p:txBody>
          </p:sp>
        </p:grpSp>
      </p:grpSp>
      <p:grpSp>
        <p:nvGrpSpPr>
          <p:cNvPr id="39" name="组合 38"/>
          <p:cNvGrpSpPr/>
          <p:nvPr/>
        </p:nvGrpSpPr>
        <p:grpSpPr>
          <a:xfrm>
            <a:off x="4543430" y="660239"/>
            <a:ext cx="3855663" cy="1456025"/>
            <a:chOff x="3981449" y="3370532"/>
            <a:chExt cx="3600445" cy="1456025"/>
          </a:xfrm>
        </p:grpSpPr>
        <p:sp>
          <p:nvSpPr>
            <p:cNvPr id="40" name="矩形 39"/>
            <p:cNvSpPr/>
            <p:nvPr/>
          </p:nvSpPr>
          <p:spPr>
            <a:xfrm>
              <a:off x="3981449" y="3658865"/>
              <a:ext cx="3600445" cy="11676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处添加正文，根据需要调整字体与字号，建议采用两端对齐形式。请在此处添加正文，根据需要调整字体与字号，建议采用两端对齐形式。请在此处添加正文，根据需要调整字体与字号，建议采用两端对齐形式。</a:t>
              </a: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6044978" y="3370532"/>
              <a:ext cx="1465759" cy="276999"/>
            </a:xfrm>
            <a:prstGeom prst="rect">
              <a:avLst/>
            </a:prstGeom>
            <a:solidFill>
              <a:srgbClr val="FFC50D"/>
            </a:solidFill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1200" dirty="0">
                  <a:solidFill>
                    <a:srgbClr val="1B43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请在此处添加小标题</a:t>
              </a: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941013" y="3038840"/>
            <a:ext cx="3855663" cy="1444691"/>
            <a:chOff x="3981449" y="3381866"/>
            <a:chExt cx="3600445" cy="1444691"/>
          </a:xfrm>
        </p:grpSpPr>
        <p:sp>
          <p:nvSpPr>
            <p:cNvPr id="43" name="矩形 42"/>
            <p:cNvSpPr/>
            <p:nvPr/>
          </p:nvSpPr>
          <p:spPr>
            <a:xfrm>
              <a:off x="3981449" y="3658865"/>
              <a:ext cx="3600445" cy="11676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处添加正文，根据需要调整字体与字号，建议采用两端对齐形式。请在此处添加正文，根据需要调整字体与字号，建议采用两端对齐形式。请在此处添加正文，根据需要调整字体与字号，建议采用两端对齐形式。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069140" y="3381866"/>
              <a:ext cx="1451632" cy="276999"/>
            </a:xfrm>
            <a:prstGeom prst="rect">
              <a:avLst/>
            </a:prstGeom>
            <a:solidFill>
              <a:srgbClr val="FFC50D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1B43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请在此处添加小标题</a:t>
              </a:r>
            </a:p>
          </p:txBody>
        </p:sp>
      </p:grpSp>
      <p:sp>
        <p:nvSpPr>
          <p:cNvPr id="45" name="文本框 44"/>
          <p:cNvSpPr txBox="1"/>
          <p:nvPr/>
        </p:nvSpPr>
        <p:spPr>
          <a:xfrm>
            <a:off x="933451" y="18128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请在此处添加幻灯片标题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22"/>
          <p:cNvSpPr/>
          <p:nvPr/>
        </p:nvSpPr>
        <p:spPr>
          <a:xfrm>
            <a:off x="3742234" y="1871848"/>
            <a:ext cx="1996233" cy="1996233"/>
          </a:xfrm>
          <a:prstGeom prst="ellipse">
            <a:avLst/>
          </a:prstGeom>
          <a:solidFill>
            <a:srgbClr val="1B43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33451" y="18128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请在此处添加幻灯片标题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4020350" y="2149964"/>
            <a:ext cx="1440000" cy="1440000"/>
            <a:chOff x="4020350" y="2149964"/>
            <a:chExt cx="1440000" cy="1440000"/>
          </a:xfrm>
        </p:grpSpPr>
        <p:sp>
          <p:nvSpPr>
            <p:cNvPr id="22" name="椭圆 21"/>
            <p:cNvSpPr/>
            <p:nvPr/>
          </p:nvSpPr>
          <p:spPr>
            <a:xfrm>
              <a:off x="4020350" y="2149964"/>
              <a:ext cx="1440000" cy="1440000"/>
            </a:xfrm>
            <a:prstGeom prst="ellipse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 w="304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208699" y="2537173"/>
              <a:ext cx="1069554" cy="6136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请在此处添加关键字</a:t>
              </a:r>
            </a:p>
          </p:txBody>
        </p:sp>
      </p:grpSp>
      <p:sp>
        <p:nvSpPr>
          <p:cNvPr id="46" name="矩形 45"/>
          <p:cNvSpPr/>
          <p:nvPr/>
        </p:nvSpPr>
        <p:spPr>
          <a:xfrm>
            <a:off x="5091798" y="665139"/>
            <a:ext cx="29828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请在此处添加正文，根据需要调整字体与字号，建议采用两端对齐形式。请在此处添加正文，根据需要调整字体与字号，建议采用两端对齐形式。</a:t>
            </a:r>
          </a:p>
        </p:txBody>
      </p:sp>
      <p:sp>
        <p:nvSpPr>
          <p:cNvPr id="48" name="矩形 47"/>
          <p:cNvSpPr/>
          <p:nvPr/>
        </p:nvSpPr>
        <p:spPr>
          <a:xfrm>
            <a:off x="6080081" y="2983217"/>
            <a:ext cx="229572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请在此处添加正文，根据需要调整字体与字号，建议采用两端对齐形式。请在此处添加正文，根据需要调整字体与字号，建议采用两端对齐形式。</a:t>
            </a:r>
          </a:p>
        </p:txBody>
      </p:sp>
      <p:sp>
        <p:nvSpPr>
          <p:cNvPr id="49" name="矩形 48"/>
          <p:cNvSpPr/>
          <p:nvPr/>
        </p:nvSpPr>
        <p:spPr>
          <a:xfrm>
            <a:off x="1050854" y="2983217"/>
            <a:ext cx="229572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请在此处添加正文，根据需要调整字体与字号，建议采用两端对齐形式。请在此处添加正文，根据需要调整字体与字号，建议采用两端对齐形式。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4440312" y="1498541"/>
            <a:ext cx="600075" cy="646331"/>
            <a:chOff x="4373637" y="1161906"/>
            <a:chExt cx="600075" cy="646331"/>
          </a:xfrm>
        </p:grpSpPr>
        <p:sp>
          <p:nvSpPr>
            <p:cNvPr id="20" name="椭圆 19"/>
            <p:cNvSpPr/>
            <p:nvPr/>
          </p:nvSpPr>
          <p:spPr>
            <a:xfrm>
              <a:off x="4373637" y="1208162"/>
              <a:ext cx="600075" cy="600075"/>
            </a:xfrm>
            <a:prstGeom prst="ellipse">
              <a:avLst/>
            </a:prstGeom>
            <a:solidFill>
              <a:srgbClr val="FFC50D"/>
            </a:solidFill>
            <a:ln w="57150">
              <a:solidFill>
                <a:srgbClr val="1B43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4463520" y="1161906"/>
              <a:ext cx="42030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rPr>
                <a:t>1</a:t>
              </a:r>
              <a:endParaRPr lang="zh-CN" altLang="en-US" sz="3600" dirty="0">
                <a:solidFill>
                  <a:schemeClr val="bg1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5348661" y="3059417"/>
            <a:ext cx="600075" cy="646331"/>
            <a:chOff x="4373637" y="1161906"/>
            <a:chExt cx="600075" cy="646331"/>
          </a:xfrm>
        </p:grpSpPr>
        <p:sp>
          <p:nvSpPr>
            <p:cNvPr id="25" name="椭圆 24"/>
            <p:cNvSpPr/>
            <p:nvPr/>
          </p:nvSpPr>
          <p:spPr>
            <a:xfrm>
              <a:off x="4373637" y="1208162"/>
              <a:ext cx="600075" cy="600075"/>
            </a:xfrm>
            <a:prstGeom prst="ellipse">
              <a:avLst/>
            </a:prstGeom>
            <a:solidFill>
              <a:srgbClr val="FFC50D"/>
            </a:solidFill>
            <a:ln w="57150">
              <a:solidFill>
                <a:srgbClr val="1B43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425048" y="1161906"/>
              <a:ext cx="49725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rPr>
                <a:t>2</a:t>
              </a:r>
              <a:endParaRPr lang="zh-CN" altLang="en-US" sz="3600" dirty="0">
                <a:solidFill>
                  <a:schemeClr val="bg1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538216" y="3059418"/>
            <a:ext cx="600075" cy="646331"/>
            <a:chOff x="4373637" y="1161906"/>
            <a:chExt cx="600075" cy="646331"/>
          </a:xfrm>
        </p:grpSpPr>
        <p:sp>
          <p:nvSpPr>
            <p:cNvPr id="35" name="椭圆 34"/>
            <p:cNvSpPr/>
            <p:nvPr/>
          </p:nvSpPr>
          <p:spPr>
            <a:xfrm>
              <a:off x="4373637" y="1208162"/>
              <a:ext cx="600075" cy="600075"/>
            </a:xfrm>
            <a:prstGeom prst="ellipse">
              <a:avLst/>
            </a:prstGeom>
            <a:solidFill>
              <a:srgbClr val="FFC50D"/>
            </a:solidFill>
            <a:ln w="57150">
              <a:solidFill>
                <a:srgbClr val="1B43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4422644" y="1161906"/>
              <a:ext cx="50206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rPr>
                <a:t>3</a:t>
              </a:r>
              <a:endParaRPr lang="zh-CN" altLang="en-US" sz="3600" dirty="0">
                <a:solidFill>
                  <a:schemeClr val="bg1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endParaRP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autoRev="1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11" dur="200" fill="hold"/>
                                        <p:tgtEl>
                                          <p:spTgt spid="2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mph" presetSubtype="0" autoRev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8" dur="200" fill="hold"/>
                                        <p:tgtEl>
                                          <p:spTgt spid="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mph" presetSubtype="0" autoRev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6" dur="200" fill="hold"/>
                                        <p:tgtEl>
                                          <p:spTgt spid="1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mph" presetSubtype="0" autoRev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34" dur="200" fill="hold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mph" presetSubtype="0" autoRev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42" dur="200" fill="hold"/>
                                        <p:tgtEl>
                                          <p:spTgt spid="2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2" presetClass="entr" presetSubtype="2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25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7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25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25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5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46" grpId="0"/>
      <p:bldP spid="48" grpId="0"/>
      <p:bldP spid="4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任意多边形 108"/>
          <p:cNvSpPr/>
          <p:nvPr/>
        </p:nvSpPr>
        <p:spPr>
          <a:xfrm rot="5400000">
            <a:off x="7176838" y="2399145"/>
            <a:ext cx="1205780" cy="684996"/>
          </a:xfrm>
          <a:custGeom>
            <a:avLst/>
            <a:gdLst>
              <a:gd name="connsiteX0" fmla="*/ 0 w 1205780"/>
              <a:gd name="connsiteY0" fmla="*/ 684996 h 684996"/>
              <a:gd name="connsiteX1" fmla="*/ 0 w 1205780"/>
              <a:gd name="connsiteY1" fmla="*/ 395998 h 684996"/>
              <a:gd name="connsiteX2" fmla="*/ 0 w 1205780"/>
              <a:gd name="connsiteY2" fmla="*/ 94446 h 684996"/>
              <a:gd name="connsiteX3" fmla="*/ 0 w 1205780"/>
              <a:gd name="connsiteY3" fmla="*/ 0 h 684996"/>
              <a:gd name="connsiteX4" fmla="*/ 1202182 w 1205780"/>
              <a:gd name="connsiteY4" fmla="*/ 0 h 684996"/>
              <a:gd name="connsiteX5" fmla="*/ 1202182 w 1205780"/>
              <a:gd name="connsiteY5" fmla="*/ 94446 h 684996"/>
              <a:gd name="connsiteX6" fmla="*/ 1205780 w 1205780"/>
              <a:gd name="connsiteY6" fmla="*/ 94446 h 684996"/>
              <a:gd name="connsiteX7" fmla="*/ 1205780 w 1205780"/>
              <a:gd name="connsiteY7" fmla="*/ 684996 h 684996"/>
              <a:gd name="connsiteX8" fmla="*/ 809782 w 1205780"/>
              <a:gd name="connsiteY8" fmla="*/ 684996 h 684996"/>
              <a:gd name="connsiteX9" fmla="*/ 809782 w 1205780"/>
              <a:gd name="connsiteY9" fmla="*/ 395998 h 684996"/>
              <a:gd name="connsiteX10" fmla="*/ 395998 w 1205780"/>
              <a:gd name="connsiteY10" fmla="*/ 395998 h 684996"/>
              <a:gd name="connsiteX11" fmla="*/ 395998 w 1205780"/>
              <a:gd name="connsiteY11" fmla="*/ 684996 h 684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05780" h="684996">
                <a:moveTo>
                  <a:pt x="0" y="684996"/>
                </a:moveTo>
                <a:lnTo>
                  <a:pt x="0" y="395998"/>
                </a:lnTo>
                <a:lnTo>
                  <a:pt x="0" y="94446"/>
                </a:lnTo>
                <a:lnTo>
                  <a:pt x="0" y="0"/>
                </a:lnTo>
                <a:lnTo>
                  <a:pt x="1202182" y="0"/>
                </a:lnTo>
                <a:lnTo>
                  <a:pt x="1202182" y="94446"/>
                </a:lnTo>
                <a:lnTo>
                  <a:pt x="1205780" y="94446"/>
                </a:lnTo>
                <a:lnTo>
                  <a:pt x="1205780" y="684996"/>
                </a:lnTo>
                <a:lnTo>
                  <a:pt x="809782" y="684996"/>
                </a:lnTo>
                <a:lnTo>
                  <a:pt x="809782" y="395998"/>
                </a:lnTo>
                <a:lnTo>
                  <a:pt x="395998" y="395998"/>
                </a:lnTo>
                <a:lnTo>
                  <a:pt x="395998" y="684996"/>
                </a:lnTo>
                <a:close/>
              </a:path>
            </a:pathLst>
          </a:custGeom>
          <a:solidFill>
            <a:srgbClr val="FFC5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2" name="组合 41"/>
          <p:cNvGrpSpPr/>
          <p:nvPr/>
        </p:nvGrpSpPr>
        <p:grpSpPr>
          <a:xfrm>
            <a:off x="3432178" y="2084040"/>
            <a:ext cx="2209427" cy="461665"/>
            <a:chOff x="1566699" y="1907437"/>
            <a:chExt cx="2209427" cy="461665"/>
          </a:xfrm>
        </p:grpSpPr>
        <p:sp>
          <p:nvSpPr>
            <p:cNvPr id="43" name="任意多边形 42"/>
            <p:cNvSpPr/>
            <p:nvPr/>
          </p:nvSpPr>
          <p:spPr>
            <a:xfrm>
              <a:off x="1566699" y="1962150"/>
              <a:ext cx="2209427" cy="395998"/>
            </a:xfrm>
            <a:custGeom>
              <a:avLst/>
              <a:gdLst>
                <a:gd name="connsiteX0" fmla="*/ 0 w 2209427"/>
                <a:gd name="connsiteY0" fmla="*/ 0 h 395998"/>
                <a:gd name="connsiteX1" fmla="*/ 2011428 w 2209427"/>
                <a:gd name="connsiteY1" fmla="*/ 0 h 395998"/>
                <a:gd name="connsiteX2" fmla="*/ 2209427 w 2209427"/>
                <a:gd name="connsiteY2" fmla="*/ 197999 h 395998"/>
                <a:gd name="connsiteX3" fmla="*/ 2011428 w 2209427"/>
                <a:gd name="connsiteY3" fmla="*/ 395998 h 395998"/>
                <a:gd name="connsiteX4" fmla="*/ 9307 w 2209427"/>
                <a:gd name="connsiteY4" fmla="*/ 395998 h 395998"/>
                <a:gd name="connsiteX5" fmla="*/ 197133 w 2209427"/>
                <a:gd name="connsiteY5" fmla="*/ 204694 h 395998"/>
                <a:gd name="connsiteX6" fmla="*/ 0 w 2209427"/>
                <a:gd name="connsiteY6" fmla="*/ 3910 h 395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09427" h="395998">
                  <a:moveTo>
                    <a:pt x="0" y="0"/>
                  </a:moveTo>
                  <a:lnTo>
                    <a:pt x="2011428" y="0"/>
                  </a:lnTo>
                  <a:lnTo>
                    <a:pt x="2209427" y="197999"/>
                  </a:lnTo>
                  <a:lnTo>
                    <a:pt x="2011428" y="395998"/>
                  </a:lnTo>
                  <a:lnTo>
                    <a:pt x="9307" y="395998"/>
                  </a:lnTo>
                  <a:lnTo>
                    <a:pt x="197133" y="204694"/>
                  </a:lnTo>
                  <a:lnTo>
                    <a:pt x="0" y="3910"/>
                  </a:lnTo>
                  <a:close/>
                </a:path>
              </a:pathLst>
            </a:custGeom>
            <a:solidFill>
              <a:srgbClr val="FFC50D"/>
            </a:solidFill>
            <a:ln w="304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1756934" y="1907437"/>
              <a:ext cx="1296478" cy="461665"/>
              <a:chOff x="1576224" y="1912587"/>
              <a:chExt cx="1296478" cy="461665"/>
            </a:xfrm>
          </p:grpSpPr>
          <p:sp>
            <p:nvSpPr>
              <p:cNvPr id="45" name="文本框 44"/>
              <p:cNvSpPr txBox="1"/>
              <p:nvPr/>
            </p:nvSpPr>
            <p:spPr>
              <a:xfrm>
                <a:off x="1576224" y="1912587"/>
                <a:ext cx="3930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rgbClr val="1B4367"/>
                    </a:solidFill>
                    <a:latin typeface="方正正中黑_GBK" panose="02000000000000000000" pitchFamily="2" charset="-122"/>
                    <a:ea typeface="方正正中黑_GBK" panose="02000000000000000000" pitchFamily="2" charset="-122"/>
                  </a:rPr>
                  <a:t>2</a:t>
                </a:r>
                <a:endParaRPr lang="zh-CN" altLang="en-US" sz="2400" dirty="0">
                  <a:solidFill>
                    <a:srgbClr val="1B4367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1918595" y="2021647"/>
                <a:ext cx="95410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solidFill>
                      <a:srgbClr val="1B436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添加关键字</a:t>
                </a:r>
              </a:p>
            </p:txBody>
          </p:sp>
        </p:grpSp>
      </p:grpSp>
      <p:sp>
        <p:nvSpPr>
          <p:cNvPr id="9" name="文本框 8"/>
          <p:cNvSpPr txBox="1"/>
          <p:nvPr/>
        </p:nvSpPr>
        <p:spPr>
          <a:xfrm>
            <a:off x="933451" y="18128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请在此处添加幻灯片标题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341603" y="2084040"/>
            <a:ext cx="2209427" cy="461665"/>
            <a:chOff x="1566699" y="1907437"/>
            <a:chExt cx="2209427" cy="461665"/>
          </a:xfrm>
        </p:grpSpPr>
        <p:sp>
          <p:nvSpPr>
            <p:cNvPr id="84" name="任意多边形 83"/>
            <p:cNvSpPr/>
            <p:nvPr/>
          </p:nvSpPr>
          <p:spPr>
            <a:xfrm>
              <a:off x="1566699" y="1962150"/>
              <a:ext cx="2209427" cy="395998"/>
            </a:xfrm>
            <a:custGeom>
              <a:avLst/>
              <a:gdLst>
                <a:gd name="connsiteX0" fmla="*/ 0 w 2209427"/>
                <a:gd name="connsiteY0" fmla="*/ 0 h 395998"/>
                <a:gd name="connsiteX1" fmla="*/ 2011428 w 2209427"/>
                <a:gd name="connsiteY1" fmla="*/ 0 h 395998"/>
                <a:gd name="connsiteX2" fmla="*/ 2209427 w 2209427"/>
                <a:gd name="connsiteY2" fmla="*/ 197999 h 395998"/>
                <a:gd name="connsiteX3" fmla="*/ 2011428 w 2209427"/>
                <a:gd name="connsiteY3" fmla="*/ 395998 h 395998"/>
                <a:gd name="connsiteX4" fmla="*/ 9307 w 2209427"/>
                <a:gd name="connsiteY4" fmla="*/ 395998 h 395998"/>
                <a:gd name="connsiteX5" fmla="*/ 197133 w 2209427"/>
                <a:gd name="connsiteY5" fmla="*/ 204694 h 395998"/>
                <a:gd name="connsiteX6" fmla="*/ 0 w 2209427"/>
                <a:gd name="connsiteY6" fmla="*/ 3910 h 395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09427" h="395998">
                  <a:moveTo>
                    <a:pt x="0" y="0"/>
                  </a:moveTo>
                  <a:lnTo>
                    <a:pt x="2011428" y="0"/>
                  </a:lnTo>
                  <a:lnTo>
                    <a:pt x="2209427" y="197999"/>
                  </a:lnTo>
                  <a:lnTo>
                    <a:pt x="2011428" y="395998"/>
                  </a:lnTo>
                  <a:lnTo>
                    <a:pt x="9307" y="395998"/>
                  </a:lnTo>
                  <a:lnTo>
                    <a:pt x="197133" y="204694"/>
                  </a:lnTo>
                  <a:lnTo>
                    <a:pt x="0" y="3910"/>
                  </a:lnTo>
                  <a:close/>
                </a:path>
              </a:pathLst>
            </a:cu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 w="304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1756934" y="1907437"/>
              <a:ext cx="1296478" cy="461665"/>
              <a:chOff x="1576224" y="1912587"/>
              <a:chExt cx="1296478" cy="461665"/>
            </a:xfrm>
          </p:grpSpPr>
          <p:sp>
            <p:nvSpPr>
              <p:cNvPr id="7" name="文本框 6"/>
              <p:cNvSpPr txBox="1"/>
              <p:nvPr/>
            </p:nvSpPr>
            <p:spPr>
              <a:xfrm>
                <a:off x="1576224" y="1912587"/>
                <a:ext cx="3417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方正正中黑_GBK" panose="02000000000000000000" pitchFamily="2" charset="-122"/>
                    <a:ea typeface="方正正中黑_GBK" panose="02000000000000000000" pitchFamily="2" charset="-122"/>
                  </a:rPr>
                  <a:t>1</a:t>
                </a:r>
                <a:endParaRPr lang="zh-CN" altLang="en-US" sz="24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endParaRP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1918595" y="2021647"/>
                <a:ext cx="95410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添加关键字</a:t>
                </a:r>
              </a:p>
            </p:txBody>
          </p:sp>
        </p:grpSp>
      </p:grpSp>
      <p:sp>
        <p:nvSpPr>
          <p:cNvPr id="85" name="矩形 84"/>
          <p:cNvSpPr/>
          <p:nvPr/>
        </p:nvSpPr>
        <p:spPr>
          <a:xfrm>
            <a:off x="6084494" y="3497257"/>
            <a:ext cx="137975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1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请在此处添加正文，根据需要调整字体与字号，建议采用两端对齐形式。</a:t>
            </a:r>
          </a:p>
        </p:txBody>
      </p:sp>
      <p:sp>
        <p:nvSpPr>
          <p:cNvPr id="86" name="矩形 85"/>
          <p:cNvSpPr/>
          <p:nvPr/>
        </p:nvSpPr>
        <p:spPr>
          <a:xfrm>
            <a:off x="6084494" y="839267"/>
            <a:ext cx="137975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1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请在此处添加正文，根据需要调整字体与字号，建议采用两端对齐形式。</a:t>
            </a:r>
          </a:p>
        </p:txBody>
      </p:sp>
      <p:sp>
        <p:nvSpPr>
          <p:cNvPr id="87" name="矩形 86"/>
          <p:cNvSpPr/>
          <p:nvPr/>
        </p:nvSpPr>
        <p:spPr>
          <a:xfrm>
            <a:off x="3911037" y="839267"/>
            <a:ext cx="137975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1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请在此处添加正文，根据需要调整字体与字号，建议采用两端对齐形式。</a:t>
            </a:r>
          </a:p>
        </p:txBody>
      </p:sp>
      <p:sp>
        <p:nvSpPr>
          <p:cNvPr id="88" name="矩形 87"/>
          <p:cNvSpPr/>
          <p:nvPr/>
        </p:nvSpPr>
        <p:spPr>
          <a:xfrm>
            <a:off x="1826354" y="839267"/>
            <a:ext cx="137975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1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请在此处添加正文，根据需要调整字体与字号，建议采用两端对齐形式。</a:t>
            </a:r>
          </a:p>
        </p:txBody>
      </p:sp>
      <p:sp>
        <p:nvSpPr>
          <p:cNvPr id="89" name="矩形 88"/>
          <p:cNvSpPr/>
          <p:nvPr/>
        </p:nvSpPr>
        <p:spPr>
          <a:xfrm>
            <a:off x="1756436" y="3497257"/>
            <a:ext cx="137975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1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请在此处添加正文，根据需要调整字体与字号，建议采用两端对齐形式。</a:t>
            </a:r>
          </a:p>
        </p:txBody>
      </p:sp>
      <p:sp>
        <p:nvSpPr>
          <p:cNvPr id="90" name="矩形 89"/>
          <p:cNvSpPr/>
          <p:nvPr/>
        </p:nvSpPr>
        <p:spPr>
          <a:xfrm>
            <a:off x="3922456" y="3497257"/>
            <a:ext cx="137975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1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请在此处添加正文，根据需要调整字体与字号，建议采用两端对齐形式。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5523078" y="2084040"/>
            <a:ext cx="2209427" cy="461665"/>
            <a:chOff x="1566699" y="1907437"/>
            <a:chExt cx="2209427" cy="461665"/>
          </a:xfrm>
        </p:grpSpPr>
        <p:sp>
          <p:nvSpPr>
            <p:cNvPr id="53" name="任意多边形 52"/>
            <p:cNvSpPr/>
            <p:nvPr/>
          </p:nvSpPr>
          <p:spPr>
            <a:xfrm>
              <a:off x="1566699" y="1962150"/>
              <a:ext cx="2209427" cy="395998"/>
            </a:xfrm>
            <a:custGeom>
              <a:avLst/>
              <a:gdLst>
                <a:gd name="connsiteX0" fmla="*/ 0 w 2209427"/>
                <a:gd name="connsiteY0" fmla="*/ 0 h 395998"/>
                <a:gd name="connsiteX1" fmla="*/ 2011428 w 2209427"/>
                <a:gd name="connsiteY1" fmla="*/ 0 h 395998"/>
                <a:gd name="connsiteX2" fmla="*/ 2209427 w 2209427"/>
                <a:gd name="connsiteY2" fmla="*/ 197999 h 395998"/>
                <a:gd name="connsiteX3" fmla="*/ 2011428 w 2209427"/>
                <a:gd name="connsiteY3" fmla="*/ 395998 h 395998"/>
                <a:gd name="connsiteX4" fmla="*/ 9307 w 2209427"/>
                <a:gd name="connsiteY4" fmla="*/ 395998 h 395998"/>
                <a:gd name="connsiteX5" fmla="*/ 197133 w 2209427"/>
                <a:gd name="connsiteY5" fmla="*/ 204694 h 395998"/>
                <a:gd name="connsiteX6" fmla="*/ 0 w 2209427"/>
                <a:gd name="connsiteY6" fmla="*/ 3910 h 395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09427" h="395998">
                  <a:moveTo>
                    <a:pt x="0" y="0"/>
                  </a:moveTo>
                  <a:lnTo>
                    <a:pt x="2011428" y="0"/>
                  </a:lnTo>
                  <a:lnTo>
                    <a:pt x="2209427" y="197999"/>
                  </a:lnTo>
                  <a:lnTo>
                    <a:pt x="2011428" y="395998"/>
                  </a:lnTo>
                  <a:lnTo>
                    <a:pt x="9307" y="395998"/>
                  </a:lnTo>
                  <a:lnTo>
                    <a:pt x="197133" y="204694"/>
                  </a:lnTo>
                  <a:lnTo>
                    <a:pt x="0" y="3910"/>
                  </a:lnTo>
                  <a:close/>
                </a:path>
              </a:pathLst>
            </a:cu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 w="304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54" name="组合 53"/>
            <p:cNvGrpSpPr/>
            <p:nvPr/>
          </p:nvGrpSpPr>
          <p:grpSpPr>
            <a:xfrm>
              <a:off x="1756934" y="1907437"/>
              <a:ext cx="1296478" cy="461665"/>
              <a:chOff x="1576224" y="1912587"/>
              <a:chExt cx="1296478" cy="461665"/>
            </a:xfrm>
          </p:grpSpPr>
          <p:sp>
            <p:nvSpPr>
              <p:cNvPr id="55" name="文本框 54"/>
              <p:cNvSpPr txBox="1"/>
              <p:nvPr/>
            </p:nvSpPr>
            <p:spPr>
              <a:xfrm>
                <a:off x="1576224" y="1912587"/>
                <a:ext cx="3962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方正正中黑_GBK" panose="02000000000000000000" pitchFamily="2" charset="-122"/>
                    <a:ea typeface="方正正中黑_GBK" panose="02000000000000000000" pitchFamily="2" charset="-122"/>
                  </a:rPr>
                  <a:t>3</a:t>
                </a:r>
                <a:endParaRPr lang="zh-CN" altLang="en-US" sz="24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918595" y="2021647"/>
                <a:ext cx="95410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添加关键字</a:t>
                </a:r>
              </a:p>
            </p:txBody>
          </p:sp>
        </p:grpSp>
      </p:grpSp>
      <p:grpSp>
        <p:nvGrpSpPr>
          <p:cNvPr id="92" name="组合 91"/>
          <p:cNvGrpSpPr/>
          <p:nvPr/>
        </p:nvGrpSpPr>
        <p:grpSpPr>
          <a:xfrm>
            <a:off x="5485173" y="2893822"/>
            <a:ext cx="2209427" cy="461665"/>
            <a:chOff x="1566699" y="1907437"/>
            <a:chExt cx="2209427" cy="461665"/>
          </a:xfrm>
        </p:grpSpPr>
        <p:sp>
          <p:nvSpPr>
            <p:cNvPr id="93" name="任意多边形 92"/>
            <p:cNvSpPr/>
            <p:nvPr/>
          </p:nvSpPr>
          <p:spPr>
            <a:xfrm flipH="1">
              <a:off x="1566699" y="1962150"/>
              <a:ext cx="2209427" cy="395998"/>
            </a:xfrm>
            <a:custGeom>
              <a:avLst/>
              <a:gdLst>
                <a:gd name="connsiteX0" fmla="*/ 0 w 2209427"/>
                <a:gd name="connsiteY0" fmla="*/ 0 h 395998"/>
                <a:gd name="connsiteX1" fmla="*/ 2011428 w 2209427"/>
                <a:gd name="connsiteY1" fmla="*/ 0 h 395998"/>
                <a:gd name="connsiteX2" fmla="*/ 2209427 w 2209427"/>
                <a:gd name="connsiteY2" fmla="*/ 197999 h 395998"/>
                <a:gd name="connsiteX3" fmla="*/ 2011428 w 2209427"/>
                <a:gd name="connsiteY3" fmla="*/ 395998 h 395998"/>
                <a:gd name="connsiteX4" fmla="*/ 9307 w 2209427"/>
                <a:gd name="connsiteY4" fmla="*/ 395998 h 395998"/>
                <a:gd name="connsiteX5" fmla="*/ 197133 w 2209427"/>
                <a:gd name="connsiteY5" fmla="*/ 204694 h 395998"/>
                <a:gd name="connsiteX6" fmla="*/ 0 w 2209427"/>
                <a:gd name="connsiteY6" fmla="*/ 3910 h 395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09427" h="395998">
                  <a:moveTo>
                    <a:pt x="0" y="0"/>
                  </a:moveTo>
                  <a:lnTo>
                    <a:pt x="2011428" y="0"/>
                  </a:lnTo>
                  <a:lnTo>
                    <a:pt x="2209427" y="197999"/>
                  </a:lnTo>
                  <a:lnTo>
                    <a:pt x="2011428" y="395998"/>
                  </a:lnTo>
                  <a:lnTo>
                    <a:pt x="9307" y="395998"/>
                  </a:lnTo>
                  <a:lnTo>
                    <a:pt x="197133" y="204694"/>
                  </a:lnTo>
                  <a:lnTo>
                    <a:pt x="0" y="3910"/>
                  </a:lnTo>
                  <a:close/>
                </a:path>
              </a:pathLst>
            </a:cu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 w="304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94" name="组合 93"/>
            <p:cNvGrpSpPr/>
            <p:nvPr/>
          </p:nvGrpSpPr>
          <p:grpSpPr>
            <a:xfrm>
              <a:off x="1756934" y="1907437"/>
              <a:ext cx="1296478" cy="461665"/>
              <a:chOff x="1576224" y="1912587"/>
              <a:chExt cx="1296478" cy="461665"/>
            </a:xfrm>
          </p:grpSpPr>
          <p:sp>
            <p:nvSpPr>
              <p:cNvPr id="95" name="文本框 94"/>
              <p:cNvSpPr txBox="1"/>
              <p:nvPr/>
            </p:nvSpPr>
            <p:spPr>
              <a:xfrm>
                <a:off x="1576224" y="1912587"/>
                <a:ext cx="4090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方正正中黑_GBK" panose="02000000000000000000" pitchFamily="2" charset="-122"/>
                    <a:ea typeface="方正正中黑_GBK" panose="02000000000000000000" pitchFamily="2" charset="-122"/>
                  </a:rPr>
                  <a:t>4</a:t>
                </a:r>
                <a:endParaRPr lang="zh-CN" altLang="en-US" sz="24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endParaRPr>
              </a:p>
            </p:txBody>
          </p:sp>
          <p:sp>
            <p:nvSpPr>
              <p:cNvPr id="96" name="文本框 95"/>
              <p:cNvSpPr txBox="1"/>
              <p:nvPr/>
            </p:nvSpPr>
            <p:spPr>
              <a:xfrm>
                <a:off x="1918595" y="2021647"/>
                <a:ext cx="95410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添加关键字</a:t>
                </a:r>
              </a:p>
            </p:txBody>
          </p:sp>
        </p:grpSp>
      </p:grpSp>
      <p:grpSp>
        <p:nvGrpSpPr>
          <p:cNvPr id="97" name="组合 96"/>
          <p:cNvGrpSpPr/>
          <p:nvPr/>
        </p:nvGrpSpPr>
        <p:grpSpPr>
          <a:xfrm>
            <a:off x="3389850" y="2890224"/>
            <a:ext cx="2209427" cy="461665"/>
            <a:chOff x="1566699" y="1907437"/>
            <a:chExt cx="2209427" cy="461665"/>
          </a:xfrm>
        </p:grpSpPr>
        <p:sp>
          <p:nvSpPr>
            <p:cNvPr id="98" name="任意多边形 97"/>
            <p:cNvSpPr/>
            <p:nvPr/>
          </p:nvSpPr>
          <p:spPr>
            <a:xfrm flipH="1">
              <a:off x="1566699" y="1962150"/>
              <a:ext cx="2209427" cy="395998"/>
            </a:xfrm>
            <a:custGeom>
              <a:avLst/>
              <a:gdLst>
                <a:gd name="connsiteX0" fmla="*/ 0 w 2209427"/>
                <a:gd name="connsiteY0" fmla="*/ 0 h 395998"/>
                <a:gd name="connsiteX1" fmla="*/ 2011428 w 2209427"/>
                <a:gd name="connsiteY1" fmla="*/ 0 h 395998"/>
                <a:gd name="connsiteX2" fmla="*/ 2209427 w 2209427"/>
                <a:gd name="connsiteY2" fmla="*/ 197999 h 395998"/>
                <a:gd name="connsiteX3" fmla="*/ 2011428 w 2209427"/>
                <a:gd name="connsiteY3" fmla="*/ 395998 h 395998"/>
                <a:gd name="connsiteX4" fmla="*/ 9307 w 2209427"/>
                <a:gd name="connsiteY4" fmla="*/ 395998 h 395998"/>
                <a:gd name="connsiteX5" fmla="*/ 197133 w 2209427"/>
                <a:gd name="connsiteY5" fmla="*/ 204694 h 395998"/>
                <a:gd name="connsiteX6" fmla="*/ 0 w 2209427"/>
                <a:gd name="connsiteY6" fmla="*/ 3910 h 395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09427" h="395998">
                  <a:moveTo>
                    <a:pt x="0" y="0"/>
                  </a:moveTo>
                  <a:lnTo>
                    <a:pt x="2011428" y="0"/>
                  </a:lnTo>
                  <a:lnTo>
                    <a:pt x="2209427" y="197999"/>
                  </a:lnTo>
                  <a:lnTo>
                    <a:pt x="2011428" y="395998"/>
                  </a:lnTo>
                  <a:lnTo>
                    <a:pt x="9307" y="395998"/>
                  </a:lnTo>
                  <a:lnTo>
                    <a:pt x="197133" y="204694"/>
                  </a:lnTo>
                  <a:lnTo>
                    <a:pt x="0" y="3910"/>
                  </a:lnTo>
                  <a:close/>
                </a:path>
              </a:pathLst>
            </a:custGeom>
            <a:solidFill>
              <a:srgbClr val="FFC50D"/>
            </a:solidFill>
            <a:ln w="304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99" name="组合 98"/>
            <p:cNvGrpSpPr/>
            <p:nvPr/>
          </p:nvGrpSpPr>
          <p:grpSpPr>
            <a:xfrm>
              <a:off x="1756934" y="1907437"/>
              <a:ext cx="1296478" cy="461665"/>
              <a:chOff x="1576224" y="1912587"/>
              <a:chExt cx="1296478" cy="461665"/>
            </a:xfrm>
          </p:grpSpPr>
          <p:sp>
            <p:nvSpPr>
              <p:cNvPr id="100" name="文本框 99"/>
              <p:cNvSpPr txBox="1"/>
              <p:nvPr/>
            </p:nvSpPr>
            <p:spPr>
              <a:xfrm>
                <a:off x="1576224" y="1912587"/>
                <a:ext cx="3978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rgbClr val="1B4367"/>
                    </a:solidFill>
                    <a:latin typeface="方正正中黑_GBK" panose="02000000000000000000" pitchFamily="2" charset="-122"/>
                    <a:ea typeface="方正正中黑_GBK" panose="02000000000000000000" pitchFamily="2" charset="-122"/>
                  </a:rPr>
                  <a:t>5</a:t>
                </a:r>
                <a:endParaRPr lang="zh-CN" altLang="en-US" sz="2400" dirty="0">
                  <a:solidFill>
                    <a:srgbClr val="1B4367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endParaRPr>
              </a:p>
            </p:txBody>
          </p:sp>
          <p:sp>
            <p:nvSpPr>
              <p:cNvPr id="101" name="文本框 100"/>
              <p:cNvSpPr txBox="1"/>
              <p:nvPr/>
            </p:nvSpPr>
            <p:spPr>
              <a:xfrm>
                <a:off x="1918595" y="2021647"/>
                <a:ext cx="95410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solidFill>
                      <a:srgbClr val="1B436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添加关键字</a:t>
                </a:r>
              </a:p>
            </p:txBody>
          </p:sp>
        </p:grpSp>
      </p:grpSp>
      <p:grpSp>
        <p:nvGrpSpPr>
          <p:cNvPr id="102" name="组合 101"/>
          <p:cNvGrpSpPr/>
          <p:nvPr/>
        </p:nvGrpSpPr>
        <p:grpSpPr>
          <a:xfrm>
            <a:off x="1294527" y="2881069"/>
            <a:ext cx="2209427" cy="461665"/>
            <a:chOff x="1566699" y="1907437"/>
            <a:chExt cx="2209427" cy="461665"/>
          </a:xfrm>
        </p:grpSpPr>
        <p:sp>
          <p:nvSpPr>
            <p:cNvPr id="103" name="任意多边形 102"/>
            <p:cNvSpPr/>
            <p:nvPr/>
          </p:nvSpPr>
          <p:spPr>
            <a:xfrm flipH="1">
              <a:off x="1566699" y="1962150"/>
              <a:ext cx="2209427" cy="395998"/>
            </a:xfrm>
            <a:custGeom>
              <a:avLst/>
              <a:gdLst>
                <a:gd name="connsiteX0" fmla="*/ 0 w 2209427"/>
                <a:gd name="connsiteY0" fmla="*/ 0 h 395998"/>
                <a:gd name="connsiteX1" fmla="*/ 2011428 w 2209427"/>
                <a:gd name="connsiteY1" fmla="*/ 0 h 395998"/>
                <a:gd name="connsiteX2" fmla="*/ 2209427 w 2209427"/>
                <a:gd name="connsiteY2" fmla="*/ 197999 h 395998"/>
                <a:gd name="connsiteX3" fmla="*/ 2011428 w 2209427"/>
                <a:gd name="connsiteY3" fmla="*/ 395998 h 395998"/>
                <a:gd name="connsiteX4" fmla="*/ 9307 w 2209427"/>
                <a:gd name="connsiteY4" fmla="*/ 395998 h 395998"/>
                <a:gd name="connsiteX5" fmla="*/ 197133 w 2209427"/>
                <a:gd name="connsiteY5" fmla="*/ 204694 h 395998"/>
                <a:gd name="connsiteX6" fmla="*/ 0 w 2209427"/>
                <a:gd name="connsiteY6" fmla="*/ 3910 h 395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09427" h="395998">
                  <a:moveTo>
                    <a:pt x="0" y="0"/>
                  </a:moveTo>
                  <a:lnTo>
                    <a:pt x="2011428" y="0"/>
                  </a:lnTo>
                  <a:lnTo>
                    <a:pt x="2209427" y="197999"/>
                  </a:lnTo>
                  <a:lnTo>
                    <a:pt x="2011428" y="395998"/>
                  </a:lnTo>
                  <a:lnTo>
                    <a:pt x="9307" y="395998"/>
                  </a:lnTo>
                  <a:lnTo>
                    <a:pt x="197133" y="204694"/>
                  </a:lnTo>
                  <a:lnTo>
                    <a:pt x="0" y="3910"/>
                  </a:lnTo>
                  <a:close/>
                </a:path>
              </a:pathLst>
            </a:cu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 w="304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04" name="组合 103"/>
            <p:cNvGrpSpPr/>
            <p:nvPr/>
          </p:nvGrpSpPr>
          <p:grpSpPr>
            <a:xfrm>
              <a:off x="1756934" y="1907437"/>
              <a:ext cx="1296478" cy="461665"/>
              <a:chOff x="1576224" y="1912587"/>
              <a:chExt cx="1296478" cy="461665"/>
            </a:xfrm>
          </p:grpSpPr>
          <p:sp>
            <p:nvSpPr>
              <p:cNvPr id="105" name="文本框 104"/>
              <p:cNvSpPr txBox="1"/>
              <p:nvPr/>
            </p:nvSpPr>
            <p:spPr>
              <a:xfrm>
                <a:off x="1576224" y="1912587"/>
                <a:ext cx="3962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方正正中黑_GBK" panose="02000000000000000000" pitchFamily="2" charset="-122"/>
                    <a:ea typeface="方正正中黑_GBK" panose="02000000000000000000" pitchFamily="2" charset="-122"/>
                  </a:rPr>
                  <a:t>6</a:t>
                </a:r>
                <a:endParaRPr lang="zh-CN" altLang="en-US" sz="24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endParaRPr>
              </a:p>
            </p:txBody>
          </p:sp>
          <p:sp>
            <p:nvSpPr>
              <p:cNvPr id="106" name="文本框 105"/>
              <p:cNvSpPr txBox="1"/>
              <p:nvPr/>
            </p:nvSpPr>
            <p:spPr>
              <a:xfrm>
                <a:off x="1918595" y="2021647"/>
                <a:ext cx="95410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添加关键字</a:t>
                </a:r>
              </a:p>
            </p:txBody>
          </p:sp>
        </p:grp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00"/>
                            </p:stCondLst>
                            <p:childTnLst>
                              <p:par>
                                <p:cTn id="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5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2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900"/>
                            </p:stCondLst>
                            <p:childTnLst>
                              <p:par>
                                <p:cTn id="2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5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2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4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1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2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600"/>
                            </p:stCondLst>
                            <p:childTnLst>
                              <p:par>
                                <p:cTn id="4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5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2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1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850"/>
                            </p:stCondLst>
                            <p:childTnLst>
                              <p:par>
                                <p:cTn id="4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25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2" dur="2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35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100"/>
                            </p:stCondLst>
                            <p:childTnLst>
                              <p:par>
                                <p:cTn id="5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25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1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nimBg="1"/>
      <p:bldP spid="85" grpId="0"/>
      <p:bldP spid="86" grpId="0"/>
      <p:bldP spid="87" grpId="0"/>
      <p:bldP spid="88" grpId="0"/>
      <p:bldP spid="89" grpId="0"/>
      <p:bldP spid="9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1428750"/>
            <a:ext cx="9144000" cy="3714750"/>
            <a:chOff x="0" y="1428750"/>
            <a:chExt cx="9144000" cy="3714750"/>
          </a:xfrm>
        </p:grpSpPr>
        <p:sp>
          <p:nvSpPr>
            <p:cNvPr id="4" name="流程图: 文档 3"/>
            <p:cNvSpPr/>
            <p:nvPr/>
          </p:nvSpPr>
          <p:spPr>
            <a:xfrm rot="10800000" flipH="1">
              <a:off x="0" y="1428750"/>
              <a:ext cx="9144000" cy="3714750"/>
            </a:xfrm>
            <a:prstGeom prst="flowChartDocument">
              <a:avLst/>
            </a:pr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流程图: 文档 4"/>
            <p:cNvSpPr/>
            <p:nvPr/>
          </p:nvSpPr>
          <p:spPr>
            <a:xfrm rot="10800000" flipH="1">
              <a:off x="0" y="1809752"/>
              <a:ext cx="9144000" cy="3333747"/>
            </a:xfrm>
            <a:prstGeom prst="flowChartDocumen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流程图: 文档 5"/>
            <p:cNvSpPr/>
            <p:nvPr/>
          </p:nvSpPr>
          <p:spPr>
            <a:xfrm rot="10800000" flipH="1">
              <a:off x="0" y="1981199"/>
              <a:ext cx="9144000" cy="3162299"/>
            </a:xfrm>
            <a:prstGeom prst="flowChartDocument">
              <a:avLst/>
            </a:prstGeom>
            <a:solidFill>
              <a:srgbClr val="1B43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流程图: 文档 6"/>
            <p:cNvSpPr/>
            <p:nvPr/>
          </p:nvSpPr>
          <p:spPr>
            <a:xfrm rot="10800000" flipH="1">
              <a:off x="0" y="2171699"/>
              <a:ext cx="9144000" cy="2971800"/>
            </a:xfrm>
            <a:prstGeom prst="flowChartDocument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6521907" y="-88136"/>
            <a:ext cx="186140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8000" dirty="0">
                <a:solidFill>
                  <a:srgbClr val="FFC50D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rPr>
              <a:t>4</a:t>
            </a:r>
            <a:endParaRPr lang="zh-CN" altLang="en-US" sz="18000" dirty="0">
              <a:solidFill>
                <a:srgbClr val="FFC50D"/>
              </a:solidFill>
              <a:latin typeface="方正正中黑_GBK" panose="02000000000000000000" pitchFamily="2" charset="-122"/>
              <a:ea typeface="方正正中黑_GBK" panose="02000000000000000000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2563" y="2833747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rPr>
              <a:t>结论与应用意义</a:t>
            </a:r>
          </a:p>
        </p:txBody>
      </p:sp>
    </p:spTree>
  </p:cSld>
  <p:clrMapOvr>
    <a:masterClrMapping/>
  </p:clrMapOvr>
  <p:transition spd="med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2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6" presetClass="emph" presetSubtype="0" autoRev="1" fill="hold" grpId="1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Scale>
                                          <p:cBhvr>
                                            <p:cTn id="16" dur="200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/>
          <p:bldP spid="12" grpId="1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2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6" presetClass="emph" presetSubtype="0" autoRev="1" fill="hold" grpId="1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Scale>
                                          <p:cBhvr>
                                            <p:cTn id="16" dur="200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4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/>
          <p:bldP spid="12" grpId="1"/>
          <p:bldP spid="13" grpId="0"/>
          <p:bldP spid="14" grpId="0" animBg="1"/>
        </p:bldLst>
      </p:timing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933451" y="18128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请在此处添加幻灯片标题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759745" y="1171574"/>
            <a:ext cx="2897980" cy="2897980"/>
            <a:chOff x="1759745" y="1171574"/>
            <a:chExt cx="2897980" cy="2897980"/>
          </a:xfrm>
        </p:grpSpPr>
        <p:sp>
          <p:nvSpPr>
            <p:cNvPr id="4" name="饼形 3"/>
            <p:cNvSpPr/>
            <p:nvPr/>
          </p:nvSpPr>
          <p:spPr>
            <a:xfrm>
              <a:off x="1759745" y="1171574"/>
              <a:ext cx="2897980" cy="2897980"/>
            </a:xfrm>
            <a:prstGeom prst="pie">
              <a:avLst>
                <a:gd name="adj1" fmla="val 12200214"/>
                <a:gd name="adj2" fmla="val 16200000"/>
              </a:avLst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饼形 4"/>
            <p:cNvSpPr/>
            <p:nvPr/>
          </p:nvSpPr>
          <p:spPr>
            <a:xfrm>
              <a:off x="1759745" y="1171574"/>
              <a:ext cx="2897980" cy="2897980"/>
            </a:xfrm>
            <a:prstGeom prst="pie">
              <a:avLst>
                <a:gd name="adj1" fmla="val 16173798"/>
                <a:gd name="adj2" fmla="val 2083191"/>
              </a:avLst>
            </a:pr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饼形 6"/>
            <p:cNvSpPr/>
            <p:nvPr/>
          </p:nvSpPr>
          <p:spPr>
            <a:xfrm>
              <a:off x="1759745" y="1171574"/>
              <a:ext cx="2897980" cy="2897980"/>
            </a:xfrm>
            <a:prstGeom prst="pie">
              <a:avLst>
                <a:gd name="adj1" fmla="val 2054337"/>
                <a:gd name="adj2" fmla="val 4337207"/>
              </a:avLst>
            </a:prstGeom>
            <a:solidFill>
              <a:srgbClr val="3E92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饼形 7"/>
            <p:cNvSpPr/>
            <p:nvPr/>
          </p:nvSpPr>
          <p:spPr>
            <a:xfrm>
              <a:off x="1759745" y="1171574"/>
              <a:ext cx="2897980" cy="2897980"/>
            </a:xfrm>
            <a:prstGeom prst="pie">
              <a:avLst>
                <a:gd name="adj1" fmla="val 4282881"/>
                <a:gd name="adj2" fmla="val 5539538"/>
              </a:avLst>
            </a:prstGeom>
            <a:solidFill>
              <a:srgbClr val="57B1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饼形 9"/>
            <p:cNvSpPr/>
            <p:nvPr/>
          </p:nvSpPr>
          <p:spPr>
            <a:xfrm>
              <a:off x="1759745" y="1171574"/>
              <a:ext cx="2897980" cy="2897980"/>
            </a:xfrm>
            <a:prstGeom prst="pie">
              <a:avLst>
                <a:gd name="adj1" fmla="val 5516188"/>
                <a:gd name="adj2" fmla="val 9011851"/>
              </a:avLst>
            </a:prstGeom>
            <a:solidFill>
              <a:srgbClr val="9A6D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饼形 10"/>
            <p:cNvSpPr/>
            <p:nvPr/>
          </p:nvSpPr>
          <p:spPr>
            <a:xfrm>
              <a:off x="1759745" y="1171574"/>
              <a:ext cx="2897980" cy="2897980"/>
            </a:xfrm>
            <a:prstGeom prst="pie">
              <a:avLst>
                <a:gd name="adj1" fmla="val 8926991"/>
                <a:gd name="adj2" fmla="val 12232336"/>
              </a:avLst>
            </a:prstGeom>
            <a:solidFill>
              <a:srgbClr val="EC73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218735" y="1630564"/>
            <a:ext cx="1980000" cy="1980000"/>
            <a:chOff x="2437810" y="1744864"/>
            <a:chExt cx="1980000" cy="1980000"/>
          </a:xfrm>
        </p:grpSpPr>
        <p:sp>
          <p:nvSpPr>
            <p:cNvPr id="12" name="椭圆 11"/>
            <p:cNvSpPr/>
            <p:nvPr/>
          </p:nvSpPr>
          <p:spPr>
            <a:xfrm>
              <a:off x="2437810" y="1744864"/>
              <a:ext cx="1980000" cy="1980000"/>
            </a:xfrm>
            <a:prstGeom prst="ellipse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 w="1270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893032" y="2734864"/>
              <a:ext cx="1069554" cy="52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7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请在此处添加关键字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785645" y="2102201"/>
              <a:ext cx="128432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rPr>
                <a:t>888</a:t>
              </a:r>
              <a:r>
                <a:rPr lang="en-US" altLang="zh-CN" sz="2400" dirty="0">
                  <a:solidFill>
                    <a:schemeClr val="bg1"/>
                  </a:solidFill>
                  <a:latin typeface="方正正中黑_GBK" panose="02000000000000000000" pitchFamily="2" charset="-122"/>
                  <a:ea typeface="方正正中黑_GBK" panose="02000000000000000000" pitchFamily="2" charset="-122"/>
                </a:rPr>
                <a:t>t</a:t>
              </a:r>
              <a:endParaRPr lang="zh-CN" altLang="en-US" sz="2400" dirty="0">
                <a:solidFill>
                  <a:schemeClr val="bg1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4428230" y="1430509"/>
            <a:ext cx="7136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31%</a:t>
            </a:r>
            <a:endParaRPr lang="zh-CN" altLang="en-US" sz="2000" dirty="0">
              <a:solidFill>
                <a:srgbClr val="132F4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186149" y="3701263"/>
            <a:ext cx="7136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12%</a:t>
            </a:r>
            <a:endParaRPr lang="zh-CN" altLang="en-US" sz="2000" dirty="0">
              <a:solidFill>
                <a:srgbClr val="132F4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180536" y="4157610"/>
            <a:ext cx="5629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8%</a:t>
            </a:r>
            <a:endParaRPr lang="zh-CN" altLang="en-US" sz="2000" dirty="0">
              <a:solidFill>
                <a:srgbClr val="132F4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790745" y="3869499"/>
            <a:ext cx="7136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16%</a:t>
            </a:r>
            <a:endParaRPr lang="zh-CN" altLang="en-US" sz="2000" dirty="0">
              <a:solidFill>
                <a:srgbClr val="132F4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46087" y="2484629"/>
            <a:ext cx="7136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15%</a:t>
            </a:r>
            <a:endParaRPr lang="zh-CN" altLang="en-US" sz="2000" dirty="0">
              <a:solidFill>
                <a:srgbClr val="132F4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34929" y="1062883"/>
            <a:ext cx="7136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19%</a:t>
            </a:r>
            <a:endParaRPr lang="zh-CN" altLang="en-US" sz="2000" dirty="0">
              <a:solidFill>
                <a:srgbClr val="132F4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6054559" y="454652"/>
            <a:ext cx="2467102" cy="600164"/>
            <a:chOff x="6057773" y="411751"/>
            <a:chExt cx="2467102" cy="600164"/>
          </a:xfrm>
        </p:grpSpPr>
        <p:sp>
          <p:nvSpPr>
            <p:cNvPr id="22" name="矩形 21"/>
            <p:cNvSpPr/>
            <p:nvPr/>
          </p:nvSpPr>
          <p:spPr>
            <a:xfrm>
              <a:off x="6201773" y="411751"/>
              <a:ext cx="2323102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100" dirty="0">
                  <a:solidFill>
                    <a:srgbClr val="132F4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请在此处添加正文，根据需要调整字体与字号。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6057773" y="531937"/>
              <a:ext cx="144000" cy="144000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051345" y="1159047"/>
            <a:ext cx="2467102" cy="600164"/>
            <a:chOff x="6057773" y="411751"/>
            <a:chExt cx="2467102" cy="600164"/>
          </a:xfrm>
        </p:grpSpPr>
        <p:sp>
          <p:nvSpPr>
            <p:cNvPr id="26" name="矩形 25"/>
            <p:cNvSpPr/>
            <p:nvPr/>
          </p:nvSpPr>
          <p:spPr>
            <a:xfrm>
              <a:off x="6201773" y="411751"/>
              <a:ext cx="2323102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100" dirty="0">
                  <a:solidFill>
                    <a:srgbClr val="132F4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请在此处添加正文，根据需要调整字体与字号。</a:t>
              </a:r>
            </a:p>
          </p:txBody>
        </p:sp>
        <p:sp>
          <p:nvSpPr>
            <p:cNvPr id="27" name="矩形 26"/>
            <p:cNvSpPr/>
            <p:nvPr/>
          </p:nvSpPr>
          <p:spPr>
            <a:xfrm>
              <a:off x="6057773" y="531937"/>
              <a:ext cx="144000" cy="144000"/>
            </a:xfrm>
            <a:prstGeom prst="rect">
              <a:avLst/>
            </a:pr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048131" y="1863442"/>
            <a:ext cx="2467102" cy="600164"/>
            <a:chOff x="6057773" y="411751"/>
            <a:chExt cx="2467102" cy="600164"/>
          </a:xfrm>
        </p:grpSpPr>
        <p:sp>
          <p:nvSpPr>
            <p:cNvPr id="29" name="矩形 28"/>
            <p:cNvSpPr/>
            <p:nvPr/>
          </p:nvSpPr>
          <p:spPr>
            <a:xfrm>
              <a:off x="6201773" y="411751"/>
              <a:ext cx="2323102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100" dirty="0">
                  <a:solidFill>
                    <a:srgbClr val="132F4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请在此处添加正文，根据需要调整字体与字号。</a:t>
              </a:r>
            </a:p>
          </p:txBody>
        </p:sp>
        <p:sp>
          <p:nvSpPr>
            <p:cNvPr id="30" name="矩形 29"/>
            <p:cNvSpPr/>
            <p:nvPr/>
          </p:nvSpPr>
          <p:spPr>
            <a:xfrm>
              <a:off x="6057773" y="531937"/>
              <a:ext cx="144000" cy="144000"/>
            </a:xfrm>
            <a:prstGeom prst="rect">
              <a:avLst/>
            </a:prstGeom>
            <a:solidFill>
              <a:srgbClr val="3E92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6044917" y="2567837"/>
            <a:ext cx="2467102" cy="600164"/>
            <a:chOff x="6057773" y="411751"/>
            <a:chExt cx="2467102" cy="600164"/>
          </a:xfrm>
        </p:grpSpPr>
        <p:sp>
          <p:nvSpPr>
            <p:cNvPr id="32" name="矩形 31"/>
            <p:cNvSpPr/>
            <p:nvPr/>
          </p:nvSpPr>
          <p:spPr>
            <a:xfrm>
              <a:off x="6201773" y="411751"/>
              <a:ext cx="2323102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100" dirty="0">
                  <a:solidFill>
                    <a:srgbClr val="132F4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请在此处添加正文，根据需要调整字体与字号。</a:t>
              </a:r>
            </a:p>
          </p:txBody>
        </p:sp>
        <p:sp>
          <p:nvSpPr>
            <p:cNvPr id="33" name="矩形 32"/>
            <p:cNvSpPr/>
            <p:nvPr/>
          </p:nvSpPr>
          <p:spPr>
            <a:xfrm>
              <a:off x="6057773" y="531937"/>
              <a:ext cx="144000" cy="144000"/>
            </a:xfrm>
            <a:prstGeom prst="rect">
              <a:avLst/>
            </a:prstGeom>
            <a:solidFill>
              <a:srgbClr val="57B1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041703" y="3272232"/>
            <a:ext cx="2467102" cy="600164"/>
            <a:chOff x="6057773" y="411751"/>
            <a:chExt cx="2467102" cy="600164"/>
          </a:xfrm>
        </p:grpSpPr>
        <p:sp>
          <p:nvSpPr>
            <p:cNvPr id="35" name="矩形 34"/>
            <p:cNvSpPr/>
            <p:nvPr/>
          </p:nvSpPr>
          <p:spPr>
            <a:xfrm>
              <a:off x="6201773" y="411751"/>
              <a:ext cx="2323102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100" dirty="0">
                  <a:solidFill>
                    <a:srgbClr val="132F4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请在此处添加正文，根据需要调整字体与字号。</a:t>
              </a:r>
            </a:p>
          </p:txBody>
        </p:sp>
        <p:sp>
          <p:nvSpPr>
            <p:cNvPr id="36" name="矩形 35"/>
            <p:cNvSpPr/>
            <p:nvPr/>
          </p:nvSpPr>
          <p:spPr>
            <a:xfrm>
              <a:off x="6057773" y="531937"/>
              <a:ext cx="144000" cy="144000"/>
            </a:xfrm>
            <a:prstGeom prst="rect">
              <a:avLst/>
            </a:prstGeom>
            <a:solidFill>
              <a:srgbClr val="9A6D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038489" y="3976627"/>
            <a:ext cx="2467102" cy="600164"/>
            <a:chOff x="6057773" y="411751"/>
            <a:chExt cx="2467102" cy="600164"/>
          </a:xfrm>
        </p:grpSpPr>
        <p:sp>
          <p:nvSpPr>
            <p:cNvPr id="38" name="矩形 37"/>
            <p:cNvSpPr/>
            <p:nvPr/>
          </p:nvSpPr>
          <p:spPr>
            <a:xfrm>
              <a:off x="6201773" y="411751"/>
              <a:ext cx="2323102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100" dirty="0">
                  <a:solidFill>
                    <a:srgbClr val="132F4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请在此处添加正文，根据需要调整字体与字号。</a:t>
              </a:r>
            </a:p>
          </p:txBody>
        </p:sp>
        <p:sp>
          <p:nvSpPr>
            <p:cNvPr id="39" name="矩形 38"/>
            <p:cNvSpPr/>
            <p:nvPr/>
          </p:nvSpPr>
          <p:spPr>
            <a:xfrm>
              <a:off x="6057773" y="531937"/>
              <a:ext cx="144000" cy="144000"/>
            </a:xfrm>
            <a:prstGeom prst="rect">
              <a:avLst/>
            </a:prstGeom>
            <a:solidFill>
              <a:srgbClr val="EC73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</p:grpSp>
    </p:spTree>
  </p:cSld>
  <p:clrMapOvr>
    <a:masterClrMapping/>
  </p:clrMapOvr>
  <p:transition spd="med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2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2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2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6" presetClass="emph" presetSubtype="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Scale>
                                          <p:cBhvr>
                                            <p:cTn id="11" dur="200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2" presetID="53" presetClass="entr" presetSubtype="16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" dur="2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2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2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6" presetClass="emph" presetSubtype="0" autoRev="1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Scale>
                                          <p:cBhvr>
                                            <p:cTn id="18" dur="200" fill="hold"/>
                                            <p:tgtEl>
                                              <p:spTgt spid="15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25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4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25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25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1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25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5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6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25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25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3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44" presetID="2" presetClass="entr" presetSubtype="2" fill="hold" nodeType="afterEffect" p14:presetBounceEnd="4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6" dur="4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7" dur="4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2" fill="hold" nodeType="withEffect" p14:presetBounceEnd="4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0" dur="4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1" dur="4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2" fill="hold" nodeType="withEffect" p14:presetBounceEnd="4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4" dur="4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5" dur="4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2" presetClass="entr" presetSubtype="2" fill="hold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8" dur="4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9" dur="4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2" presetClass="entr" presetSubtype="2" fill="hold" nodeType="withEffect" p14:presetBounceEnd="40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62" dur="4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63" dur="4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4" presetID="2" presetClass="entr" presetSubtype="2" fill="hold" nodeType="withEffect" p14:presetBounceEnd="40000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66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67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/>
          <p:bldP spid="17" grpId="0"/>
          <p:bldP spid="18" grpId="0"/>
          <p:bldP spid="19" grpId="0"/>
          <p:bldP spid="20" grpId="0"/>
          <p:bldP spid="2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2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2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2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6" presetClass="emph" presetSubtype="0" autoRev="1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Scale>
                                          <p:cBhvr>
                                            <p:cTn id="11" dur="200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2" presetID="53" presetClass="entr" presetSubtype="16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4" dur="2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2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2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6" presetClass="emph" presetSubtype="0" autoRev="1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animScale>
                                          <p:cBhvr>
                                            <p:cTn id="18" dur="200" fill="hold"/>
                                            <p:tgtEl>
                                              <p:spTgt spid="15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25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4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25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25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1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3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25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5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6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25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40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25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3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44" presetID="2" presetClass="entr" presetSubtype="2" fill="hold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6" dur="4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7" dur="4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2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4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4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2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4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4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2" presetClass="entr" presetSubtype="2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8" dur="4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4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2" presetClass="entr" presetSubtype="2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2" dur="4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3" dur="4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4" presetID="2" presetClass="entr" presetSubtype="2" fill="hold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6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7" dur="4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/>
          <p:bldP spid="17" grpId="0"/>
          <p:bldP spid="18" grpId="0"/>
          <p:bldP spid="19" grpId="0"/>
          <p:bldP spid="20" grpId="0"/>
          <p:bldP spid="21" grpId="0"/>
        </p:bldLst>
      </p:timing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933451" y="18128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请在此处添加幻灯片标题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464610" y="945965"/>
            <a:ext cx="6521027" cy="2871882"/>
            <a:chOff x="1464610" y="945965"/>
            <a:chExt cx="6521027" cy="2871882"/>
          </a:xfrm>
        </p:grpSpPr>
        <p:grpSp>
          <p:nvGrpSpPr>
            <p:cNvPr id="6" name="组合 5"/>
            <p:cNvGrpSpPr/>
            <p:nvPr/>
          </p:nvGrpSpPr>
          <p:grpSpPr>
            <a:xfrm>
              <a:off x="1805719" y="1076325"/>
              <a:ext cx="6179918" cy="2688287"/>
              <a:chOff x="1586644" y="1314450"/>
              <a:chExt cx="6179918" cy="2688287"/>
            </a:xfrm>
          </p:grpSpPr>
          <p:grpSp>
            <p:nvGrpSpPr>
              <p:cNvPr id="40" name="组合 39"/>
              <p:cNvGrpSpPr/>
              <p:nvPr/>
            </p:nvGrpSpPr>
            <p:grpSpPr>
              <a:xfrm>
                <a:off x="1586644" y="3832212"/>
                <a:ext cx="6179918" cy="170525"/>
                <a:chOff x="2405731" y="3425262"/>
                <a:chExt cx="6179918" cy="170525"/>
              </a:xfrm>
              <a:solidFill>
                <a:srgbClr val="1B4367"/>
              </a:solidFill>
            </p:grpSpPr>
            <p:sp>
              <p:nvSpPr>
                <p:cNvPr id="41" name="矩形 40"/>
                <p:cNvSpPr/>
                <p:nvPr/>
              </p:nvSpPr>
              <p:spPr>
                <a:xfrm>
                  <a:off x="2405731" y="3474523"/>
                  <a:ext cx="6004845" cy="72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2" name="等腰三角形 41"/>
                <p:cNvSpPr/>
                <p:nvPr/>
              </p:nvSpPr>
              <p:spPr>
                <a:xfrm rot="5400000">
                  <a:off x="8412850" y="3422988"/>
                  <a:ext cx="170525" cy="175073"/>
                </a:xfrm>
                <a:prstGeom prst="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43" name="直接连接符 42"/>
              <p:cNvCxnSpPr/>
              <p:nvPr/>
            </p:nvCxnSpPr>
            <p:spPr>
              <a:xfrm>
                <a:off x="1586644" y="3473450"/>
                <a:ext cx="6092381" cy="0"/>
              </a:xfrm>
              <a:prstGeom prst="line">
                <a:avLst/>
              </a:prstGeom>
              <a:ln>
                <a:solidFill>
                  <a:srgbClr val="AFCE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>
                <a:off x="1586644" y="3041650"/>
                <a:ext cx="6092381" cy="0"/>
              </a:xfrm>
              <a:prstGeom prst="line">
                <a:avLst/>
              </a:prstGeom>
              <a:ln>
                <a:solidFill>
                  <a:srgbClr val="AFCE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1586644" y="2609850"/>
                <a:ext cx="6092381" cy="0"/>
              </a:xfrm>
              <a:prstGeom prst="line">
                <a:avLst/>
              </a:prstGeom>
              <a:ln>
                <a:solidFill>
                  <a:srgbClr val="AFCE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>
                <a:off x="1586644" y="2178050"/>
                <a:ext cx="6092381" cy="0"/>
              </a:xfrm>
              <a:prstGeom prst="line">
                <a:avLst/>
              </a:prstGeom>
              <a:ln>
                <a:solidFill>
                  <a:srgbClr val="AFCE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>
                <a:off x="1586644" y="1746250"/>
                <a:ext cx="6092381" cy="0"/>
              </a:xfrm>
              <a:prstGeom prst="line">
                <a:avLst/>
              </a:prstGeom>
              <a:ln>
                <a:solidFill>
                  <a:srgbClr val="AFCE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>
                <a:off x="1586644" y="1314450"/>
                <a:ext cx="6092381" cy="0"/>
              </a:xfrm>
              <a:prstGeom prst="line">
                <a:avLst/>
              </a:prstGeom>
              <a:ln>
                <a:solidFill>
                  <a:srgbClr val="AFCE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" name="组合 55"/>
            <p:cNvGrpSpPr/>
            <p:nvPr/>
          </p:nvGrpSpPr>
          <p:grpSpPr>
            <a:xfrm>
              <a:off x="1464610" y="945965"/>
              <a:ext cx="274434" cy="2871882"/>
              <a:chOff x="1464610" y="1117415"/>
              <a:chExt cx="274434" cy="2871882"/>
            </a:xfrm>
          </p:grpSpPr>
          <p:sp>
            <p:nvSpPr>
              <p:cNvPr id="49" name="文本框 48"/>
              <p:cNvSpPr txBox="1"/>
              <p:nvPr/>
            </p:nvSpPr>
            <p:spPr>
              <a:xfrm>
                <a:off x="1464610" y="3268275"/>
                <a:ext cx="27443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1200" dirty="0">
                    <a:solidFill>
                      <a:srgbClr val="2E75B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sz="1200" dirty="0">
                  <a:solidFill>
                    <a:srgbClr val="2E75B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1464610" y="2838103"/>
                <a:ext cx="27443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1200" dirty="0">
                    <a:solidFill>
                      <a:srgbClr val="2E75B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zh-CN" altLang="en-US" sz="1200" dirty="0">
                  <a:solidFill>
                    <a:srgbClr val="2E75B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1464610" y="2407931"/>
                <a:ext cx="27443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1200" dirty="0">
                    <a:solidFill>
                      <a:srgbClr val="2E75B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endParaRPr lang="zh-CN" altLang="en-US" sz="1200" dirty="0">
                  <a:solidFill>
                    <a:srgbClr val="2E75B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1464610" y="1977759"/>
                <a:ext cx="27443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1200" dirty="0">
                    <a:solidFill>
                      <a:srgbClr val="2E75B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endParaRPr lang="zh-CN" altLang="en-US" sz="1200" dirty="0">
                  <a:solidFill>
                    <a:srgbClr val="2E75B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文本框 52"/>
              <p:cNvSpPr txBox="1"/>
              <p:nvPr/>
            </p:nvSpPr>
            <p:spPr>
              <a:xfrm>
                <a:off x="1464610" y="1547587"/>
                <a:ext cx="27443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1200" dirty="0">
                    <a:solidFill>
                      <a:srgbClr val="2E75B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endParaRPr lang="zh-CN" altLang="en-US" sz="1200" dirty="0">
                  <a:solidFill>
                    <a:srgbClr val="2E75B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文本框 53"/>
              <p:cNvSpPr txBox="1"/>
              <p:nvPr/>
            </p:nvSpPr>
            <p:spPr>
              <a:xfrm>
                <a:off x="1464610" y="1117415"/>
                <a:ext cx="27443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1200" dirty="0">
                    <a:solidFill>
                      <a:srgbClr val="2E75B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</a:t>
                </a:r>
                <a:endParaRPr lang="zh-CN" altLang="en-US" sz="1200" dirty="0">
                  <a:solidFill>
                    <a:srgbClr val="2E75B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1464610" y="3712298"/>
                <a:ext cx="27443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1200" dirty="0">
                    <a:solidFill>
                      <a:srgbClr val="2E75B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1200" dirty="0">
                  <a:solidFill>
                    <a:srgbClr val="2E75B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15" name="组合 114"/>
          <p:cNvGrpSpPr/>
          <p:nvPr/>
        </p:nvGrpSpPr>
        <p:grpSpPr>
          <a:xfrm>
            <a:off x="1913809" y="2039127"/>
            <a:ext cx="5810966" cy="904875"/>
            <a:chOff x="1913809" y="2039127"/>
            <a:chExt cx="5810966" cy="904875"/>
          </a:xfrm>
        </p:grpSpPr>
        <p:sp>
          <p:nvSpPr>
            <p:cNvPr id="57" name="椭圆 56"/>
            <p:cNvSpPr/>
            <p:nvPr/>
          </p:nvSpPr>
          <p:spPr>
            <a:xfrm>
              <a:off x="1913809" y="2486802"/>
              <a:ext cx="161925" cy="161925"/>
            </a:xfrm>
            <a:prstGeom prst="ellipse">
              <a:avLst/>
            </a:prstGeom>
            <a:solidFill>
              <a:srgbClr val="EC73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2427358" y="2639202"/>
              <a:ext cx="161925" cy="161925"/>
            </a:xfrm>
            <a:prstGeom prst="ellipse">
              <a:avLst/>
            </a:prstGeom>
            <a:solidFill>
              <a:srgbClr val="EC73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2940907" y="2486802"/>
              <a:ext cx="161925" cy="161925"/>
            </a:xfrm>
            <a:prstGeom prst="ellipse">
              <a:avLst/>
            </a:prstGeom>
            <a:solidFill>
              <a:srgbClr val="EC73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3454456" y="2610627"/>
              <a:ext cx="161925" cy="161925"/>
            </a:xfrm>
            <a:prstGeom prst="ellipse">
              <a:avLst/>
            </a:prstGeom>
            <a:solidFill>
              <a:srgbClr val="EC73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3968005" y="2229627"/>
              <a:ext cx="161925" cy="161925"/>
            </a:xfrm>
            <a:prstGeom prst="ellipse">
              <a:avLst/>
            </a:prstGeom>
            <a:solidFill>
              <a:srgbClr val="EC73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4481554" y="2143902"/>
              <a:ext cx="161925" cy="161925"/>
            </a:xfrm>
            <a:prstGeom prst="ellipse">
              <a:avLst/>
            </a:prstGeom>
            <a:solidFill>
              <a:srgbClr val="EC73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4995103" y="2039127"/>
              <a:ext cx="161925" cy="161925"/>
            </a:xfrm>
            <a:prstGeom prst="ellipse">
              <a:avLst/>
            </a:prstGeom>
            <a:solidFill>
              <a:srgbClr val="EC73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5508652" y="2248677"/>
              <a:ext cx="161925" cy="161925"/>
            </a:xfrm>
            <a:prstGeom prst="ellipse">
              <a:avLst/>
            </a:prstGeom>
            <a:solidFill>
              <a:srgbClr val="EC73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6535750" y="2782077"/>
              <a:ext cx="161925" cy="161925"/>
            </a:xfrm>
            <a:prstGeom prst="ellipse">
              <a:avLst/>
            </a:prstGeom>
            <a:solidFill>
              <a:srgbClr val="EC73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6022201" y="2496327"/>
              <a:ext cx="161925" cy="161925"/>
            </a:xfrm>
            <a:prstGeom prst="ellipse">
              <a:avLst/>
            </a:prstGeom>
            <a:solidFill>
              <a:srgbClr val="EC73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7049299" y="2486802"/>
              <a:ext cx="161925" cy="161925"/>
            </a:xfrm>
            <a:prstGeom prst="ellipse">
              <a:avLst/>
            </a:prstGeom>
            <a:solidFill>
              <a:srgbClr val="EC73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7562850" y="2391552"/>
              <a:ext cx="161925" cy="161925"/>
            </a:xfrm>
            <a:prstGeom prst="ellipse">
              <a:avLst/>
            </a:prstGeom>
            <a:solidFill>
              <a:srgbClr val="EC73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" name="直接连接符 69"/>
            <p:cNvCxnSpPr>
              <a:stCxn id="57" idx="6"/>
              <a:endCxn id="58" idx="2"/>
            </p:cNvCxnSpPr>
            <p:nvPr/>
          </p:nvCxnSpPr>
          <p:spPr>
            <a:xfrm>
              <a:off x="2075734" y="2567765"/>
              <a:ext cx="351624" cy="152400"/>
            </a:xfrm>
            <a:prstGeom prst="line">
              <a:avLst/>
            </a:prstGeom>
            <a:ln w="12700">
              <a:solidFill>
                <a:srgbClr val="EC73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>
              <a:stCxn id="58" idx="6"/>
              <a:endCxn id="59" idx="2"/>
            </p:cNvCxnSpPr>
            <p:nvPr/>
          </p:nvCxnSpPr>
          <p:spPr>
            <a:xfrm flipV="1">
              <a:off x="2589283" y="2567765"/>
              <a:ext cx="351624" cy="152400"/>
            </a:xfrm>
            <a:prstGeom prst="line">
              <a:avLst/>
            </a:prstGeom>
            <a:ln w="12700">
              <a:solidFill>
                <a:srgbClr val="EC73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>
              <a:stCxn id="59" idx="6"/>
              <a:endCxn id="60" idx="2"/>
            </p:cNvCxnSpPr>
            <p:nvPr/>
          </p:nvCxnSpPr>
          <p:spPr>
            <a:xfrm>
              <a:off x="3102832" y="2567765"/>
              <a:ext cx="351624" cy="123825"/>
            </a:xfrm>
            <a:prstGeom prst="line">
              <a:avLst/>
            </a:prstGeom>
            <a:ln w="12700">
              <a:solidFill>
                <a:srgbClr val="EC73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>
              <a:stCxn id="60" idx="6"/>
              <a:endCxn id="61" idx="2"/>
            </p:cNvCxnSpPr>
            <p:nvPr/>
          </p:nvCxnSpPr>
          <p:spPr>
            <a:xfrm flipV="1">
              <a:off x="3616381" y="2310590"/>
              <a:ext cx="351624" cy="381000"/>
            </a:xfrm>
            <a:prstGeom prst="line">
              <a:avLst/>
            </a:prstGeom>
            <a:ln w="12700">
              <a:solidFill>
                <a:srgbClr val="EC73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>
              <a:stCxn id="61" idx="6"/>
              <a:endCxn id="62" idx="2"/>
            </p:cNvCxnSpPr>
            <p:nvPr/>
          </p:nvCxnSpPr>
          <p:spPr>
            <a:xfrm flipV="1">
              <a:off x="4129930" y="2224865"/>
              <a:ext cx="351624" cy="85725"/>
            </a:xfrm>
            <a:prstGeom prst="line">
              <a:avLst/>
            </a:prstGeom>
            <a:ln w="12700">
              <a:solidFill>
                <a:srgbClr val="EC73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>
              <a:stCxn id="62" idx="6"/>
              <a:endCxn id="63" idx="2"/>
            </p:cNvCxnSpPr>
            <p:nvPr/>
          </p:nvCxnSpPr>
          <p:spPr>
            <a:xfrm flipV="1">
              <a:off x="4643479" y="2120090"/>
              <a:ext cx="351624" cy="104775"/>
            </a:xfrm>
            <a:prstGeom prst="line">
              <a:avLst/>
            </a:prstGeom>
            <a:ln w="12700">
              <a:solidFill>
                <a:srgbClr val="EC73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>
              <a:stCxn id="63" idx="6"/>
              <a:endCxn id="64" idx="2"/>
            </p:cNvCxnSpPr>
            <p:nvPr/>
          </p:nvCxnSpPr>
          <p:spPr>
            <a:xfrm>
              <a:off x="5157028" y="2120090"/>
              <a:ext cx="351624" cy="209550"/>
            </a:xfrm>
            <a:prstGeom prst="line">
              <a:avLst/>
            </a:prstGeom>
            <a:ln w="12700">
              <a:solidFill>
                <a:srgbClr val="EC73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>
              <a:stCxn id="64" idx="6"/>
              <a:endCxn id="66" idx="2"/>
            </p:cNvCxnSpPr>
            <p:nvPr/>
          </p:nvCxnSpPr>
          <p:spPr>
            <a:xfrm>
              <a:off x="5670577" y="2329640"/>
              <a:ext cx="351624" cy="247650"/>
            </a:xfrm>
            <a:prstGeom prst="line">
              <a:avLst/>
            </a:prstGeom>
            <a:ln w="12700">
              <a:solidFill>
                <a:srgbClr val="EC73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>
              <a:stCxn id="66" idx="6"/>
              <a:endCxn id="65" idx="2"/>
            </p:cNvCxnSpPr>
            <p:nvPr/>
          </p:nvCxnSpPr>
          <p:spPr>
            <a:xfrm>
              <a:off x="6184126" y="2577290"/>
              <a:ext cx="351624" cy="285750"/>
            </a:xfrm>
            <a:prstGeom prst="line">
              <a:avLst/>
            </a:prstGeom>
            <a:ln w="12700">
              <a:solidFill>
                <a:srgbClr val="EC73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>
              <a:stCxn id="65" idx="6"/>
              <a:endCxn id="67" idx="2"/>
            </p:cNvCxnSpPr>
            <p:nvPr/>
          </p:nvCxnSpPr>
          <p:spPr>
            <a:xfrm flipV="1">
              <a:off x="6697675" y="2567765"/>
              <a:ext cx="351624" cy="295275"/>
            </a:xfrm>
            <a:prstGeom prst="line">
              <a:avLst/>
            </a:prstGeom>
            <a:ln w="12700">
              <a:solidFill>
                <a:srgbClr val="EC73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>
              <a:stCxn id="67" idx="6"/>
              <a:endCxn id="68" idx="2"/>
            </p:cNvCxnSpPr>
            <p:nvPr/>
          </p:nvCxnSpPr>
          <p:spPr>
            <a:xfrm flipV="1">
              <a:off x="7211224" y="2472515"/>
              <a:ext cx="351626" cy="95250"/>
            </a:xfrm>
            <a:prstGeom prst="line">
              <a:avLst/>
            </a:prstGeom>
            <a:ln w="12700">
              <a:solidFill>
                <a:srgbClr val="EC732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组合 113"/>
          <p:cNvGrpSpPr/>
          <p:nvPr/>
        </p:nvGrpSpPr>
        <p:grpSpPr>
          <a:xfrm>
            <a:off x="1913809" y="1177107"/>
            <a:ext cx="5810966" cy="914400"/>
            <a:chOff x="1913809" y="2446160"/>
            <a:chExt cx="5810966" cy="914400"/>
          </a:xfrm>
        </p:grpSpPr>
        <p:sp>
          <p:nvSpPr>
            <p:cNvPr id="91" name="椭圆 90"/>
            <p:cNvSpPr/>
            <p:nvPr/>
          </p:nvSpPr>
          <p:spPr>
            <a:xfrm>
              <a:off x="1913809" y="2941460"/>
              <a:ext cx="161925" cy="161925"/>
            </a:xfrm>
            <a:prstGeom prst="ellipse">
              <a:avLst/>
            </a:prstGeom>
            <a:solidFill>
              <a:srgbClr val="2E75B6"/>
            </a:solidFill>
            <a:ln>
              <a:solidFill>
                <a:srgbClr val="2E75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椭圆 91"/>
            <p:cNvSpPr/>
            <p:nvPr/>
          </p:nvSpPr>
          <p:spPr>
            <a:xfrm>
              <a:off x="2427358" y="3198635"/>
              <a:ext cx="161925" cy="161925"/>
            </a:xfrm>
            <a:prstGeom prst="ellipse">
              <a:avLst/>
            </a:prstGeom>
            <a:solidFill>
              <a:srgbClr val="2E75B6"/>
            </a:solidFill>
            <a:ln>
              <a:solidFill>
                <a:srgbClr val="2E75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椭圆 92"/>
            <p:cNvSpPr/>
            <p:nvPr/>
          </p:nvSpPr>
          <p:spPr>
            <a:xfrm>
              <a:off x="2940907" y="2760485"/>
              <a:ext cx="161925" cy="161925"/>
            </a:xfrm>
            <a:prstGeom prst="ellipse">
              <a:avLst/>
            </a:prstGeom>
            <a:solidFill>
              <a:srgbClr val="2E75B6"/>
            </a:solidFill>
            <a:ln>
              <a:solidFill>
                <a:srgbClr val="2E75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椭圆 93"/>
            <p:cNvSpPr/>
            <p:nvPr/>
          </p:nvSpPr>
          <p:spPr>
            <a:xfrm>
              <a:off x="3454456" y="2827160"/>
              <a:ext cx="161925" cy="161925"/>
            </a:xfrm>
            <a:prstGeom prst="ellipse">
              <a:avLst/>
            </a:prstGeom>
            <a:solidFill>
              <a:srgbClr val="2E75B6"/>
            </a:solidFill>
            <a:ln>
              <a:solidFill>
                <a:srgbClr val="2E75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椭圆 94"/>
            <p:cNvSpPr/>
            <p:nvPr/>
          </p:nvSpPr>
          <p:spPr>
            <a:xfrm>
              <a:off x="3968005" y="2941460"/>
              <a:ext cx="161925" cy="161925"/>
            </a:xfrm>
            <a:prstGeom prst="ellipse">
              <a:avLst/>
            </a:prstGeom>
            <a:solidFill>
              <a:srgbClr val="2E75B6"/>
            </a:solidFill>
            <a:ln>
              <a:solidFill>
                <a:srgbClr val="2E75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椭圆 95"/>
            <p:cNvSpPr/>
            <p:nvPr/>
          </p:nvSpPr>
          <p:spPr>
            <a:xfrm>
              <a:off x="4481554" y="2446160"/>
              <a:ext cx="161925" cy="161925"/>
            </a:xfrm>
            <a:prstGeom prst="ellipse">
              <a:avLst/>
            </a:prstGeom>
            <a:solidFill>
              <a:srgbClr val="2E75B6"/>
            </a:solidFill>
            <a:ln>
              <a:solidFill>
                <a:srgbClr val="2E75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椭圆 96"/>
            <p:cNvSpPr/>
            <p:nvPr/>
          </p:nvSpPr>
          <p:spPr>
            <a:xfrm>
              <a:off x="4995103" y="2722385"/>
              <a:ext cx="161925" cy="161925"/>
            </a:xfrm>
            <a:prstGeom prst="ellipse">
              <a:avLst/>
            </a:prstGeom>
            <a:solidFill>
              <a:srgbClr val="2E75B6"/>
            </a:solidFill>
            <a:ln>
              <a:solidFill>
                <a:srgbClr val="2E75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椭圆 97"/>
            <p:cNvSpPr/>
            <p:nvPr/>
          </p:nvSpPr>
          <p:spPr>
            <a:xfrm>
              <a:off x="5508652" y="3093860"/>
              <a:ext cx="161925" cy="161925"/>
            </a:xfrm>
            <a:prstGeom prst="ellipse">
              <a:avLst/>
            </a:prstGeom>
            <a:solidFill>
              <a:srgbClr val="2E75B6"/>
            </a:solidFill>
            <a:ln>
              <a:solidFill>
                <a:srgbClr val="2E75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椭圆 98"/>
            <p:cNvSpPr/>
            <p:nvPr/>
          </p:nvSpPr>
          <p:spPr>
            <a:xfrm>
              <a:off x="6535750" y="2779535"/>
              <a:ext cx="161925" cy="161925"/>
            </a:xfrm>
            <a:prstGeom prst="ellipse">
              <a:avLst/>
            </a:prstGeom>
            <a:solidFill>
              <a:srgbClr val="2E75B6"/>
            </a:solidFill>
            <a:ln>
              <a:solidFill>
                <a:srgbClr val="2E75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椭圆 99"/>
            <p:cNvSpPr/>
            <p:nvPr/>
          </p:nvSpPr>
          <p:spPr>
            <a:xfrm>
              <a:off x="6022201" y="2874785"/>
              <a:ext cx="161925" cy="161925"/>
            </a:xfrm>
            <a:prstGeom prst="ellipse">
              <a:avLst/>
            </a:prstGeom>
            <a:solidFill>
              <a:srgbClr val="2E75B6"/>
            </a:solidFill>
            <a:ln>
              <a:solidFill>
                <a:srgbClr val="2E75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椭圆 100"/>
            <p:cNvSpPr/>
            <p:nvPr/>
          </p:nvSpPr>
          <p:spPr>
            <a:xfrm>
              <a:off x="7049299" y="2550935"/>
              <a:ext cx="161925" cy="161925"/>
            </a:xfrm>
            <a:prstGeom prst="ellipse">
              <a:avLst/>
            </a:prstGeom>
            <a:solidFill>
              <a:srgbClr val="2E75B6"/>
            </a:solidFill>
            <a:ln>
              <a:solidFill>
                <a:srgbClr val="2E75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椭圆 101"/>
            <p:cNvSpPr/>
            <p:nvPr/>
          </p:nvSpPr>
          <p:spPr>
            <a:xfrm>
              <a:off x="7562850" y="2693810"/>
              <a:ext cx="161925" cy="161925"/>
            </a:xfrm>
            <a:prstGeom prst="ellipse">
              <a:avLst/>
            </a:prstGeom>
            <a:solidFill>
              <a:srgbClr val="2E75B6"/>
            </a:solidFill>
            <a:ln>
              <a:solidFill>
                <a:srgbClr val="2E75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3" name="直接连接符 102"/>
            <p:cNvCxnSpPr>
              <a:stCxn id="91" idx="6"/>
              <a:endCxn id="92" idx="2"/>
            </p:cNvCxnSpPr>
            <p:nvPr/>
          </p:nvCxnSpPr>
          <p:spPr>
            <a:xfrm>
              <a:off x="2075734" y="3022423"/>
              <a:ext cx="351624" cy="257175"/>
            </a:xfrm>
            <a:prstGeom prst="line">
              <a:avLst/>
            </a:prstGeom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>
              <a:stCxn id="92" idx="6"/>
              <a:endCxn id="93" idx="2"/>
            </p:cNvCxnSpPr>
            <p:nvPr/>
          </p:nvCxnSpPr>
          <p:spPr>
            <a:xfrm flipV="1">
              <a:off x="2589283" y="2841448"/>
              <a:ext cx="351624" cy="438150"/>
            </a:xfrm>
            <a:prstGeom prst="line">
              <a:avLst/>
            </a:prstGeom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>
              <a:stCxn id="93" idx="6"/>
              <a:endCxn id="94" idx="2"/>
            </p:cNvCxnSpPr>
            <p:nvPr/>
          </p:nvCxnSpPr>
          <p:spPr>
            <a:xfrm>
              <a:off x="3102832" y="2841448"/>
              <a:ext cx="351624" cy="66675"/>
            </a:xfrm>
            <a:prstGeom prst="line">
              <a:avLst/>
            </a:prstGeom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>
              <a:stCxn id="94" idx="6"/>
              <a:endCxn id="95" idx="2"/>
            </p:cNvCxnSpPr>
            <p:nvPr/>
          </p:nvCxnSpPr>
          <p:spPr>
            <a:xfrm>
              <a:off x="3616381" y="2908123"/>
              <a:ext cx="351624" cy="114300"/>
            </a:xfrm>
            <a:prstGeom prst="line">
              <a:avLst/>
            </a:prstGeom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>
              <a:stCxn id="95" idx="6"/>
              <a:endCxn id="96" idx="2"/>
            </p:cNvCxnSpPr>
            <p:nvPr/>
          </p:nvCxnSpPr>
          <p:spPr>
            <a:xfrm flipV="1">
              <a:off x="4129930" y="2527123"/>
              <a:ext cx="351624" cy="495300"/>
            </a:xfrm>
            <a:prstGeom prst="line">
              <a:avLst/>
            </a:prstGeom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>
              <a:stCxn id="96" idx="6"/>
              <a:endCxn id="97" idx="2"/>
            </p:cNvCxnSpPr>
            <p:nvPr/>
          </p:nvCxnSpPr>
          <p:spPr>
            <a:xfrm>
              <a:off x="4643479" y="2527123"/>
              <a:ext cx="351624" cy="276225"/>
            </a:xfrm>
            <a:prstGeom prst="line">
              <a:avLst/>
            </a:prstGeom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>
              <a:stCxn id="97" idx="6"/>
              <a:endCxn id="98" idx="2"/>
            </p:cNvCxnSpPr>
            <p:nvPr/>
          </p:nvCxnSpPr>
          <p:spPr>
            <a:xfrm>
              <a:off x="5157028" y="2803348"/>
              <a:ext cx="351624" cy="371475"/>
            </a:xfrm>
            <a:prstGeom prst="line">
              <a:avLst/>
            </a:prstGeom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>
              <a:stCxn id="98" idx="6"/>
              <a:endCxn id="100" idx="2"/>
            </p:cNvCxnSpPr>
            <p:nvPr/>
          </p:nvCxnSpPr>
          <p:spPr>
            <a:xfrm flipV="1">
              <a:off x="5670577" y="2955748"/>
              <a:ext cx="351624" cy="219075"/>
            </a:xfrm>
            <a:prstGeom prst="line">
              <a:avLst/>
            </a:prstGeom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>
              <a:stCxn id="100" idx="6"/>
              <a:endCxn id="99" idx="2"/>
            </p:cNvCxnSpPr>
            <p:nvPr/>
          </p:nvCxnSpPr>
          <p:spPr>
            <a:xfrm flipV="1">
              <a:off x="6184126" y="2860498"/>
              <a:ext cx="351624" cy="95250"/>
            </a:xfrm>
            <a:prstGeom prst="line">
              <a:avLst/>
            </a:prstGeom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>
              <a:stCxn id="99" idx="6"/>
              <a:endCxn id="101" idx="2"/>
            </p:cNvCxnSpPr>
            <p:nvPr/>
          </p:nvCxnSpPr>
          <p:spPr>
            <a:xfrm flipV="1">
              <a:off x="6697675" y="2631898"/>
              <a:ext cx="351624" cy="228600"/>
            </a:xfrm>
            <a:prstGeom prst="line">
              <a:avLst/>
            </a:prstGeom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>
              <a:stCxn id="101" idx="6"/>
              <a:endCxn id="102" idx="2"/>
            </p:cNvCxnSpPr>
            <p:nvPr/>
          </p:nvCxnSpPr>
          <p:spPr>
            <a:xfrm>
              <a:off x="7211224" y="2631898"/>
              <a:ext cx="351626" cy="142875"/>
            </a:xfrm>
            <a:prstGeom prst="line">
              <a:avLst/>
            </a:prstGeom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" name="组合 120"/>
          <p:cNvGrpSpPr/>
          <p:nvPr/>
        </p:nvGrpSpPr>
        <p:grpSpPr>
          <a:xfrm>
            <a:off x="1751884" y="3932482"/>
            <a:ext cx="2081131" cy="276999"/>
            <a:chOff x="1751884" y="3951532"/>
            <a:chExt cx="2081131" cy="276999"/>
          </a:xfrm>
        </p:grpSpPr>
        <p:sp>
          <p:nvSpPr>
            <p:cNvPr id="116" name="椭圆 115"/>
            <p:cNvSpPr/>
            <p:nvPr/>
          </p:nvSpPr>
          <p:spPr>
            <a:xfrm>
              <a:off x="1751884" y="4009070"/>
              <a:ext cx="161925" cy="161925"/>
            </a:xfrm>
            <a:prstGeom prst="ellipse">
              <a:avLst/>
            </a:prstGeom>
            <a:solidFill>
              <a:srgbClr val="EC73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矩形 117"/>
            <p:cNvSpPr/>
            <p:nvPr/>
          </p:nvSpPr>
          <p:spPr>
            <a:xfrm>
              <a:off x="1913809" y="3951532"/>
              <a:ext cx="191920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spcAft>
                  <a:spcPts val="1200"/>
                </a:spcAft>
              </a:pPr>
              <a:r>
                <a:rPr lang="zh-CN" altLang="en-US" sz="1200" dirty="0">
                  <a:solidFill>
                    <a:srgbClr val="132F4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请在此处添加图例说明</a:t>
              </a:r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1751884" y="4269453"/>
            <a:ext cx="2081131" cy="276999"/>
            <a:chOff x="1751884" y="4383753"/>
            <a:chExt cx="2081131" cy="276999"/>
          </a:xfrm>
        </p:grpSpPr>
        <p:sp>
          <p:nvSpPr>
            <p:cNvPr id="117" name="椭圆 116"/>
            <p:cNvSpPr/>
            <p:nvPr/>
          </p:nvSpPr>
          <p:spPr>
            <a:xfrm>
              <a:off x="1751884" y="4422240"/>
              <a:ext cx="161925" cy="161925"/>
            </a:xfrm>
            <a:prstGeom prst="ellipse">
              <a:avLst/>
            </a:prstGeom>
            <a:solidFill>
              <a:srgbClr val="2E75B6"/>
            </a:solidFill>
            <a:ln>
              <a:solidFill>
                <a:srgbClr val="2E75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矩形 118"/>
            <p:cNvSpPr/>
            <p:nvPr/>
          </p:nvSpPr>
          <p:spPr>
            <a:xfrm>
              <a:off x="1913809" y="4383753"/>
              <a:ext cx="191920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spcAft>
                  <a:spcPts val="1200"/>
                </a:spcAft>
              </a:pPr>
              <a:r>
                <a:rPr lang="zh-CN" altLang="en-US" sz="1200" dirty="0">
                  <a:solidFill>
                    <a:srgbClr val="132F4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请在此处添加图例说明</a:t>
              </a:r>
            </a:p>
          </p:txBody>
        </p:sp>
      </p:grpSp>
      <p:sp>
        <p:nvSpPr>
          <p:cNvPr id="122" name="矩形 121"/>
          <p:cNvSpPr/>
          <p:nvPr/>
        </p:nvSpPr>
        <p:spPr>
          <a:xfrm>
            <a:off x="4973670" y="3917024"/>
            <a:ext cx="30860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2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请在此处添加正文，根据需要调整字体与字号，建议采用两端对齐形式。</a:t>
            </a:r>
          </a:p>
        </p:txBody>
      </p:sp>
    </p:spTree>
  </p:cSld>
  <p:clrMapOvr>
    <a:masterClrMapping/>
  </p:clrMapOvr>
  <p:transition spd="med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" dur="1000"/>
                                            <p:tgtEl>
                                              <p:spTgt spid="1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" dur="1000"/>
                                            <p:tgtEl>
                                              <p:spTgt spid="1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6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1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1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3" presetID="2" presetClass="entr" presetSubtype="2" fill="hold" grpId="0" nodeType="afterEffect" p14:presetBounceEnd="4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5" dur="4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6" dur="4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2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" dur="1000"/>
                                            <p:tgtEl>
                                              <p:spTgt spid="1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" dur="1000"/>
                                            <p:tgtEl>
                                              <p:spTgt spid="1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16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1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500"/>
                                            <p:tgtEl>
                                              <p:spTgt spid="1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3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4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400" fill="hold"/>
                                            <p:tgtEl>
                                              <p:spTgt spid="1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2" grpId="0"/>
        </p:bldLst>
      </p:timing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933451" y="18128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请在此处添加幻灯片标题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158019" y="4222737"/>
            <a:ext cx="6179918" cy="170525"/>
            <a:chOff x="2405731" y="3425262"/>
            <a:chExt cx="6179918" cy="170525"/>
          </a:xfrm>
          <a:solidFill>
            <a:srgbClr val="1B4367"/>
          </a:solidFill>
        </p:grpSpPr>
        <p:sp>
          <p:nvSpPr>
            <p:cNvPr id="3" name="矩形 2"/>
            <p:cNvSpPr/>
            <p:nvPr/>
          </p:nvSpPr>
          <p:spPr>
            <a:xfrm>
              <a:off x="2405731" y="3474523"/>
              <a:ext cx="6004845" cy="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等腰三角形 24"/>
            <p:cNvSpPr/>
            <p:nvPr/>
          </p:nvSpPr>
          <p:spPr>
            <a:xfrm rot="5400000">
              <a:off x="8412850" y="3422988"/>
              <a:ext cx="170525" cy="17507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509779" y="3047997"/>
            <a:ext cx="607859" cy="1224001"/>
            <a:chOff x="1262129" y="3047997"/>
            <a:chExt cx="607859" cy="1224001"/>
          </a:xfrm>
        </p:grpSpPr>
        <p:sp>
          <p:nvSpPr>
            <p:cNvPr id="12" name="矩形 11"/>
            <p:cNvSpPr/>
            <p:nvPr/>
          </p:nvSpPr>
          <p:spPr>
            <a:xfrm>
              <a:off x="1296059" y="3047998"/>
              <a:ext cx="540000" cy="1224000"/>
            </a:xfrm>
            <a:prstGeom prst="rect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262129" y="3047997"/>
              <a:ext cx="6078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38%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292024" y="2079652"/>
            <a:ext cx="607859" cy="2192346"/>
            <a:chOff x="2044374" y="2079652"/>
            <a:chExt cx="607859" cy="2192346"/>
          </a:xfrm>
        </p:grpSpPr>
        <p:sp>
          <p:nvSpPr>
            <p:cNvPr id="30" name="矩形 29"/>
            <p:cNvSpPr/>
            <p:nvPr/>
          </p:nvSpPr>
          <p:spPr>
            <a:xfrm>
              <a:off x="2078303" y="2079653"/>
              <a:ext cx="540000" cy="2192345"/>
            </a:xfrm>
            <a:prstGeom prst="rect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2044374" y="2079652"/>
              <a:ext cx="6078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65%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014155" y="1343279"/>
            <a:ext cx="728084" cy="2928720"/>
            <a:chOff x="2766505" y="1343279"/>
            <a:chExt cx="728084" cy="2928720"/>
          </a:xfrm>
        </p:grpSpPr>
        <p:sp>
          <p:nvSpPr>
            <p:cNvPr id="31" name="矩形 30"/>
            <p:cNvSpPr/>
            <p:nvPr/>
          </p:nvSpPr>
          <p:spPr>
            <a:xfrm>
              <a:off x="2860547" y="1343279"/>
              <a:ext cx="540000" cy="2928720"/>
            </a:xfrm>
            <a:prstGeom prst="rect">
              <a:avLst/>
            </a:pr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2766505" y="1344912"/>
              <a:ext cx="7280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100%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856511" y="2532806"/>
            <a:ext cx="607859" cy="1739192"/>
            <a:chOff x="3608861" y="2532806"/>
            <a:chExt cx="607859" cy="1739192"/>
          </a:xfrm>
        </p:grpSpPr>
        <p:sp>
          <p:nvSpPr>
            <p:cNvPr id="32" name="矩形 31"/>
            <p:cNvSpPr/>
            <p:nvPr/>
          </p:nvSpPr>
          <p:spPr>
            <a:xfrm>
              <a:off x="3642791" y="2532807"/>
              <a:ext cx="540000" cy="1739191"/>
            </a:xfrm>
            <a:prstGeom prst="rect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3608861" y="2532806"/>
              <a:ext cx="6078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55%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638755" y="2354783"/>
            <a:ext cx="607859" cy="1917216"/>
            <a:chOff x="4391105" y="2354783"/>
            <a:chExt cx="607859" cy="1917216"/>
          </a:xfrm>
        </p:grpSpPr>
        <p:sp>
          <p:nvSpPr>
            <p:cNvPr id="33" name="矩形 32"/>
            <p:cNvSpPr/>
            <p:nvPr/>
          </p:nvSpPr>
          <p:spPr>
            <a:xfrm>
              <a:off x="4425035" y="2354783"/>
              <a:ext cx="540000" cy="1917216"/>
            </a:xfrm>
            <a:prstGeom prst="rect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4391105" y="2354783"/>
              <a:ext cx="6078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60%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420999" y="3158929"/>
            <a:ext cx="607859" cy="1113069"/>
            <a:chOff x="5173349" y="3158929"/>
            <a:chExt cx="607859" cy="1113069"/>
          </a:xfrm>
        </p:grpSpPr>
        <p:sp>
          <p:nvSpPr>
            <p:cNvPr id="34" name="矩形 33"/>
            <p:cNvSpPr/>
            <p:nvPr/>
          </p:nvSpPr>
          <p:spPr>
            <a:xfrm>
              <a:off x="5207279" y="3163986"/>
              <a:ext cx="540000" cy="1108012"/>
            </a:xfrm>
            <a:prstGeom prst="rect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5173349" y="3158929"/>
              <a:ext cx="6078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33%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203244" y="2605633"/>
            <a:ext cx="607859" cy="1666364"/>
            <a:chOff x="5955594" y="2605633"/>
            <a:chExt cx="607859" cy="1666364"/>
          </a:xfrm>
        </p:grpSpPr>
        <p:sp>
          <p:nvSpPr>
            <p:cNvPr id="36" name="矩形 35"/>
            <p:cNvSpPr/>
            <p:nvPr/>
          </p:nvSpPr>
          <p:spPr>
            <a:xfrm>
              <a:off x="5989524" y="2605634"/>
              <a:ext cx="540000" cy="1666363"/>
            </a:xfrm>
            <a:prstGeom prst="rect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5955594" y="2605633"/>
              <a:ext cx="6078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53%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5529855" y="500214"/>
            <a:ext cx="3120863" cy="1752468"/>
            <a:chOff x="3981449" y="3381866"/>
            <a:chExt cx="2914284" cy="1752468"/>
          </a:xfrm>
        </p:grpSpPr>
        <p:sp>
          <p:nvSpPr>
            <p:cNvPr id="61" name="矩形 60"/>
            <p:cNvSpPr/>
            <p:nvPr/>
          </p:nvSpPr>
          <p:spPr>
            <a:xfrm>
              <a:off x="3981449" y="3658865"/>
              <a:ext cx="2914284" cy="14754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请在此处添加正文，根据需要调整字体与字号，建议亮亮图文旗舰店</a:t>
              </a:r>
            </a:p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https://liangliangtuwen.tmall.com</a:t>
              </a:r>
            </a:p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4069140" y="3381866"/>
              <a:ext cx="1451632" cy="276999"/>
            </a:xfrm>
            <a:prstGeom prst="rect">
              <a:avLst/>
            </a:prstGeom>
            <a:solidFill>
              <a:srgbClr val="FFC50D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1B43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请在此处添加小标题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492698" y="4307998"/>
            <a:ext cx="5365903" cy="369332"/>
            <a:chOff x="1492698" y="4307998"/>
            <a:chExt cx="5365903" cy="369332"/>
          </a:xfrm>
        </p:grpSpPr>
        <p:sp>
          <p:nvSpPr>
            <p:cNvPr id="64" name="矩形 63"/>
            <p:cNvSpPr/>
            <p:nvPr/>
          </p:nvSpPr>
          <p:spPr>
            <a:xfrm>
              <a:off x="1492698" y="4307998"/>
              <a:ext cx="64201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项目一</a:t>
              </a:r>
            </a:p>
          </p:txBody>
        </p:sp>
        <p:sp>
          <p:nvSpPr>
            <p:cNvPr id="65" name="矩形 64"/>
            <p:cNvSpPr/>
            <p:nvPr/>
          </p:nvSpPr>
          <p:spPr>
            <a:xfrm>
              <a:off x="2280012" y="4307998"/>
              <a:ext cx="642019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项目二</a:t>
              </a:r>
            </a:p>
          </p:txBody>
        </p:sp>
        <p:sp>
          <p:nvSpPr>
            <p:cNvPr id="66" name="矩形 65"/>
            <p:cNvSpPr/>
            <p:nvPr/>
          </p:nvSpPr>
          <p:spPr>
            <a:xfrm>
              <a:off x="3067326" y="4307998"/>
              <a:ext cx="642019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项目三</a:t>
              </a:r>
            </a:p>
          </p:txBody>
        </p:sp>
        <p:sp>
          <p:nvSpPr>
            <p:cNvPr id="67" name="矩形 66"/>
            <p:cNvSpPr/>
            <p:nvPr/>
          </p:nvSpPr>
          <p:spPr>
            <a:xfrm>
              <a:off x="3854640" y="4307998"/>
              <a:ext cx="642019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项目四</a:t>
              </a:r>
            </a:p>
          </p:txBody>
        </p:sp>
        <p:sp>
          <p:nvSpPr>
            <p:cNvPr id="68" name="矩形 67"/>
            <p:cNvSpPr/>
            <p:nvPr/>
          </p:nvSpPr>
          <p:spPr>
            <a:xfrm>
              <a:off x="4641954" y="4307998"/>
              <a:ext cx="642019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项目五</a:t>
              </a:r>
            </a:p>
          </p:txBody>
        </p:sp>
        <p:sp>
          <p:nvSpPr>
            <p:cNvPr id="69" name="矩形 68"/>
            <p:cNvSpPr/>
            <p:nvPr/>
          </p:nvSpPr>
          <p:spPr>
            <a:xfrm>
              <a:off x="5429268" y="4307998"/>
              <a:ext cx="642019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项目六</a:t>
              </a:r>
            </a:p>
          </p:txBody>
        </p:sp>
        <p:sp>
          <p:nvSpPr>
            <p:cNvPr id="70" name="矩形 69"/>
            <p:cNvSpPr/>
            <p:nvPr/>
          </p:nvSpPr>
          <p:spPr>
            <a:xfrm>
              <a:off x="6216582" y="4307998"/>
              <a:ext cx="642019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项目七</a:t>
              </a:r>
            </a:p>
          </p:txBody>
        </p:sp>
      </p:grpSp>
    </p:spTree>
  </p:cSld>
  <p:clrMapOvr>
    <a:masterClrMapping/>
  </p:clrMapOvr>
  <p:transition spd="med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nodeType="withEffect" p14:presetBounceEnd="4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nodeType="withEffect" p14:presetBounceEnd="4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40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nodeType="withEffect" p14:presetBounceEnd="40000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nodeType="withEffect" p14:presetBounceEnd="4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1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2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nodeType="withEffect" p14:presetBounceEnd="40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5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6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8" presetID="1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0" dur="25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41" dur="25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43" presetID="12" presetClass="entr" presetSubtype="4" fill="hold" nodeType="after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250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46" dur="25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8" presetID="1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0" dur="25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41" dur="25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43" presetID="12" presetClass="entr" presetSubtype="4" fill="hold" nodeType="after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250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46" dur="25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933451" y="18128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请在此处添加幻灯片标题</a:t>
            </a:r>
          </a:p>
        </p:txBody>
      </p:sp>
      <p:grpSp>
        <p:nvGrpSpPr>
          <p:cNvPr id="40" name="组合 39"/>
          <p:cNvGrpSpPr/>
          <p:nvPr/>
        </p:nvGrpSpPr>
        <p:grpSpPr>
          <a:xfrm>
            <a:off x="1985820" y="1184322"/>
            <a:ext cx="2805255" cy="1383690"/>
            <a:chOff x="3566970" y="1092761"/>
            <a:chExt cx="2805255" cy="1383690"/>
          </a:xfrm>
        </p:grpSpPr>
        <p:sp>
          <p:nvSpPr>
            <p:cNvPr id="41" name="矩形 40"/>
            <p:cNvSpPr/>
            <p:nvPr/>
          </p:nvSpPr>
          <p:spPr>
            <a:xfrm>
              <a:off x="3566970" y="1398335"/>
              <a:ext cx="2805255" cy="1078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600"/>
                </a:spcAft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在此处添加正文，根据需要调整字体与字号，建议采用两端对齐形式。请在此处添加正文，根据需要调整字体与字号，建议采用两端对齐形式。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3671745" y="1092761"/>
              <a:ext cx="1261884" cy="276999"/>
            </a:xfrm>
            <a:prstGeom prst="rect">
              <a:avLst/>
            </a:prstGeom>
            <a:solidFill>
              <a:srgbClr val="2E75B6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添加正文小标题</a:t>
              </a:r>
            </a:p>
          </p:txBody>
        </p:sp>
      </p:grpSp>
      <p:sp>
        <p:nvSpPr>
          <p:cNvPr id="43" name="Freeform 34"/>
          <p:cNvSpPr/>
          <p:nvPr/>
        </p:nvSpPr>
        <p:spPr>
          <a:xfrm flipH="1">
            <a:off x="1178972" y="1066595"/>
            <a:ext cx="675808" cy="512451"/>
          </a:xfrm>
          <a:custGeom>
            <a:avLst/>
            <a:gdLst/>
            <a:ahLst/>
            <a:cxnLst/>
            <a:rect l="l" t="t" r="r" b="b"/>
            <a:pathLst>
              <a:path w="852601" h="862013">
                <a:moveTo>
                  <a:pt x="339688" y="551599"/>
                </a:moveTo>
                <a:cubicBezTo>
                  <a:pt x="336200" y="550660"/>
                  <a:pt x="332712" y="552270"/>
                  <a:pt x="329224" y="555624"/>
                </a:cubicBezTo>
                <a:lnTo>
                  <a:pt x="318760" y="571723"/>
                </a:lnTo>
                <a:cubicBezTo>
                  <a:pt x="317687" y="576955"/>
                  <a:pt x="320907" y="582723"/>
                  <a:pt x="322785" y="587017"/>
                </a:cubicBezTo>
                <a:cubicBezTo>
                  <a:pt x="324663" y="591310"/>
                  <a:pt x="331370" y="593322"/>
                  <a:pt x="330029" y="597481"/>
                </a:cubicBezTo>
                <a:cubicBezTo>
                  <a:pt x="328687" y="601641"/>
                  <a:pt x="318894" y="606739"/>
                  <a:pt x="314735" y="611971"/>
                </a:cubicBezTo>
                <a:cubicBezTo>
                  <a:pt x="310576" y="617202"/>
                  <a:pt x="308563" y="620288"/>
                  <a:pt x="303465" y="629679"/>
                </a:cubicBezTo>
                <a:cubicBezTo>
                  <a:pt x="298368" y="639070"/>
                  <a:pt x="292062" y="654230"/>
                  <a:pt x="284147" y="668317"/>
                </a:cubicBezTo>
                <a:cubicBezTo>
                  <a:pt x="276232" y="682403"/>
                  <a:pt x="261340" y="698637"/>
                  <a:pt x="255974" y="714199"/>
                </a:cubicBezTo>
                <a:cubicBezTo>
                  <a:pt x="250607" y="729762"/>
                  <a:pt x="252754" y="745727"/>
                  <a:pt x="251949" y="761691"/>
                </a:cubicBezTo>
                <a:cubicBezTo>
                  <a:pt x="251144" y="777656"/>
                  <a:pt x="252351" y="796036"/>
                  <a:pt x="251143" y="809989"/>
                </a:cubicBezTo>
                <a:cubicBezTo>
                  <a:pt x="249937" y="823941"/>
                  <a:pt x="245778" y="837357"/>
                  <a:pt x="244705" y="845406"/>
                </a:cubicBezTo>
                <a:cubicBezTo>
                  <a:pt x="243631" y="853456"/>
                  <a:pt x="243095" y="855603"/>
                  <a:pt x="244705" y="858286"/>
                </a:cubicBezTo>
                <a:cubicBezTo>
                  <a:pt x="245509" y="859627"/>
                  <a:pt x="245945" y="860298"/>
                  <a:pt x="247169" y="860701"/>
                </a:cubicBezTo>
                <a:lnTo>
                  <a:pt x="254364" y="861506"/>
                </a:lnTo>
                <a:cubicBezTo>
                  <a:pt x="262279" y="862042"/>
                  <a:pt x="277305" y="862310"/>
                  <a:pt x="292196" y="861506"/>
                </a:cubicBezTo>
                <a:cubicBezTo>
                  <a:pt x="307088" y="860701"/>
                  <a:pt x="333115" y="857749"/>
                  <a:pt x="343713" y="856676"/>
                </a:cubicBezTo>
                <a:cubicBezTo>
                  <a:pt x="343747" y="856684"/>
                  <a:pt x="352708" y="858681"/>
                  <a:pt x="355787" y="855066"/>
                </a:cubicBezTo>
                <a:cubicBezTo>
                  <a:pt x="358873" y="851443"/>
                  <a:pt x="361288" y="845675"/>
                  <a:pt x="362227" y="834943"/>
                </a:cubicBezTo>
                <a:cubicBezTo>
                  <a:pt x="363166" y="824210"/>
                  <a:pt x="363568" y="808110"/>
                  <a:pt x="361422" y="790670"/>
                </a:cubicBezTo>
                <a:cubicBezTo>
                  <a:pt x="359275" y="773229"/>
                  <a:pt x="352299" y="754313"/>
                  <a:pt x="349348" y="730298"/>
                </a:cubicBezTo>
                <a:cubicBezTo>
                  <a:pt x="346396" y="706284"/>
                  <a:pt x="344786" y="666439"/>
                  <a:pt x="343713" y="646584"/>
                </a:cubicBezTo>
                <a:cubicBezTo>
                  <a:pt x="342640" y="626728"/>
                  <a:pt x="342505" y="619886"/>
                  <a:pt x="342908" y="611166"/>
                </a:cubicBezTo>
                <a:cubicBezTo>
                  <a:pt x="343310" y="602446"/>
                  <a:pt x="343713" y="600299"/>
                  <a:pt x="346128" y="594262"/>
                </a:cubicBezTo>
                <a:cubicBezTo>
                  <a:pt x="348543" y="588224"/>
                  <a:pt x="356727" y="580443"/>
                  <a:pt x="357397" y="574942"/>
                </a:cubicBezTo>
                <a:cubicBezTo>
                  <a:pt x="358068" y="569442"/>
                  <a:pt x="353104" y="565149"/>
                  <a:pt x="350153" y="561258"/>
                </a:cubicBezTo>
                <a:close/>
                <a:moveTo>
                  <a:pt x="287206" y="507649"/>
                </a:moveTo>
                <a:cubicBezTo>
                  <a:pt x="299226" y="561742"/>
                  <a:pt x="284201" y="574621"/>
                  <a:pt x="274326" y="617123"/>
                </a:cubicBezTo>
                <a:cubicBezTo>
                  <a:pt x="272445" y="626330"/>
                  <a:pt x="270907" y="639718"/>
                  <a:pt x="269556" y="655910"/>
                </a:cubicBezTo>
                <a:cubicBezTo>
                  <a:pt x="284442" y="632717"/>
                  <a:pt x="299146" y="601494"/>
                  <a:pt x="316184" y="596515"/>
                </a:cubicBezTo>
                <a:cubicBezTo>
                  <a:pt x="314038" y="589217"/>
                  <a:pt x="305451" y="583528"/>
                  <a:pt x="306524" y="574621"/>
                </a:cubicBezTo>
                <a:cubicBezTo>
                  <a:pt x="307147" y="563679"/>
                  <a:pt x="314405" y="554950"/>
                  <a:pt x="319949" y="545622"/>
                </a:cubicBezTo>
                <a:cubicBezTo>
                  <a:pt x="307786" y="539695"/>
                  <a:pt x="298568" y="525281"/>
                  <a:pt x="287206" y="507649"/>
                </a:cubicBezTo>
                <a:close/>
                <a:moveTo>
                  <a:pt x="264023" y="488330"/>
                </a:moveTo>
                <a:cubicBezTo>
                  <a:pt x="251143" y="497345"/>
                  <a:pt x="249856" y="517952"/>
                  <a:pt x="240841" y="523104"/>
                </a:cubicBezTo>
                <a:cubicBezTo>
                  <a:pt x="177304" y="542852"/>
                  <a:pt x="103463" y="578055"/>
                  <a:pt x="46365" y="613259"/>
                </a:cubicBezTo>
                <a:cubicBezTo>
                  <a:pt x="17601" y="630002"/>
                  <a:pt x="12021" y="649320"/>
                  <a:pt x="6440" y="682806"/>
                </a:cubicBezTo>
                <a:lnTo>
                  <a:pt x="0" y="793568"/>
                </a:lnTo>
                <a:cubicBezTo>
                  <a:pt x="60532" y="849807"/>
                  <a:pt x="154551" y="840362"/>
                  <a:pt x="230537" y="859252"/>
                </a:cubicBezTo>
                <a:cubicBezTo>
                  <a:pt x="242128" y="755359"/>
                  <a:pt x="233113" y="597374"/>
                  <a:pt x="265311" y="542422"/>
                </a:cubicBezTo>
                <a:close/>
                <a:moveTo>
                  <a:pt x="473953" y="438101"/>
                </a:moveTo>
                <a:cubicBezTo>
                  <a:pt x="449999" y="476765"/>
                  <a:pt x="395188" y="525303"/>
                  <a:pt x="351750" y="542487"/>
                </a:cubicBezTo>
                <a:cubicBezTo>
                  <a:pt x="364570" y="553524"/>
                  <a:pt x="369815" y="566569"/>
                  <a:pt x="371564" y="577519"/>
                </a:cubicBezTo>
                <a:cubicBezTo>
                  <a:pt x="371510" y="588305"/>
                  <a:pt x="363407" y="591042"/>
                  <a:pt x="359329" y="597803"/>
                </a:cubicBezTo>
                <a:cubicBezTo>
                  <a:pt x="364928" y="652187"/>
                  <a:pt x="355161" y="701683"/>
                  <a:pt x="373271" y="759858"/>
                </a:cubicBezTo>
                <a:cubicBezTo>
                  <a:pt x="382583" y="726860"/>
                  <a:pt x="394118" y="694072"/>
                  <a:pt x="406981" y="659624"/>
                </a:cubicBezTo>
                <a:cubicBezTo>
                  <a:pt x="434458" y="598661"/>
                  <a:pt x="476100" y="510653"/>
                  <a:pt x="473953" y="438101"/>
                </a:cubicBezTo>
                <a:close/>
                <a:moveTo>
                  <a:pt x="444331" y="425221"/>
                </a:moveTo>
                <a:cubicBezTo>
                  <a:pt x="417365" y="457420"/>
                  <a:pt x="365446" y="490423"/>
                  <a:pt x="342908" y="490423"/>
                </a:cubicBezTo>
                <a:cubicBezTo>
                  <a:pt x="312722" y="489752"/>
                  <a:pt x="309100" y="473787"/>
                  <a:pt x="292196" y="465469"/>
                </a:cubicBezTo>
                <a:cubicBezTo>
                  <a:pt x="308026" y="468152"/>
                  <a:pt x="323455" y="474056"/>
                  <a:pt x="339687" y="473519"/>
                </a:cubicBezTo>
                <a:cubicBezTo>
                  <a:pt x="376180" y="473116"/>
                  <a:pt x="416695" y="446955"/>
                  <a:pt x="444331" y="425221"/>
                </a:cubicBezTo>
                <a:close/>
                <a:moveTo>
                  <a:pt x="488121" y="409767"/>
                </a:moveTo>
                <a:cubicBezTo>
                  <a:pt x="533198" y="465576"/>
                  <a:pt x="410846" y="692681"/>
                  <a:pt x="376072" y="855388"/>
                </a:cubicBezTo>
                <a:cubicBezTo>
                  <a:pt x="489409" y="838216"/>
                  <a:pt x="600169" y="850665"/>
                  <a:pt x="716082" y="803871"/>
                </a:cubicBezTo>
                <a:cubicBezTo>
                  <a:pt x="761588" y="800437"/>
                  <a:pt x="808382" y="816321"/>
                  <a:pt x="852601" y="793568"/>
                </a:cubicBezTo>
                <a:cubicBezTo>
                  <a:pt x="845303" y="743338"/>
                  <a:pt x="867627" y="646745"/>
                  <a:pt x="772750" y="588788"/>
                </a:cubicBezTo>
                <a:cubicBezTo>
                  <a:pt x="729391" y="552726"/>
                  <a:pt x="648681" y="519241"/>
                  <a:pt x="565395" y="492193"/>
                </a:cubicBezTo>
                <a:cubicBezTo>
                  <a:pt x="534486" y="468582"/>
                  <a:pt x="515167" y="433379"/>
                  <a:pt x="488121" y="409767"/>
                </a:cubicBezTo>
                <a:close/>
                <a:moveTo>
                  <a:pt x="314467" y="207"/>
                </a:moveTo>
                <a:cubicBezTo>
                  <a:pt x="302302" y="922"/>
                  <a:pt x="297652" y="4142"/>
                  <a:pt x="285488" y="8794"/>
                </a:cubicBezTo>
                <a:cubicBezTo>
                  <a:pt x="273325" y="13444"/>
                  <a:pt x="253826" y="20241"/>
                  <a:pt x="241485" y="28112"/>
                </a:cubicBezTo>
                <a:cubicBezTo>
                  <a:pt x="229142" y="35983"/>
                  <a:pt x="220377" y="43853"/>
                  <a:pt x="211433" y="56017"/>
                </a:cubicBezTo>
                <a:cubicBezTo>
                  <a:pt x="202489" y="68180"/>
                  <a:pt x="193724" y="87320"/>
                  <a:pt x="187821" y="101095"/>
                </a:cubicBezTo>
                <a:cubicBezTo>
                  <a:pt x="181919" y="114868"/>
                  <a:pt x="176194" y="121665"/>
                  <a:pt x="176015" y="138658"/>
                </a:cubicBezTo>
                <a:cubicBezTo>
                  <a:pt x="175837" y="155652"/>
                  <a:pt x="182813" y="191249"/>
                  <a:pt x="186748" y="203055"/>
                </a:cubicBezTo>
                <a:lnTo>
                  <a:pt x="187520" y="204007"/>
                </a:lnTo>
                <a:lnTo>
                  <a:pt x="191027" y="223887"/>
                </a:lnTo>
                <a:cubicBezTo>
                  <a:pt x="185407" y="222374"/>
                  <a:pt x="182724" y="232570"/>
                  <a:pt x="184333" y="241693"/>
                </a:cubicBezTo>
                <a:cubicBezTo>
                  <a:pt x="185943" y="250815"/>
                  <a:pt x="196139" y="265841"/>
                  <a:pt x="198822" y="277111"/>
                </a:cubicBezTo>
                <a:cubicBezTo>
                  <a:pt x="201505" y="288380"/>
                  <a:pt x="200298" y="299113"/>
                  <a:pt x="200432" y="309308"/>
                </a:cubicBezTo>
                <a:cubicBezTo>
                  <a:pt x="200566" y="319505"/>
                  <a:pt x="198285" y="331579"/>
                  <a:pt x="199627" y="338286"/>
                </a:cubicBezTo>
                <a:cubicBezTo>
                  <a:pt x="200969" y="344995"/>
                  <a:pt x="205128" y="346739"/>
                  <a:pt x="208482" y="349556"/>
                </a:cubicBezTo>
                <a:cubicBezTo>
                  <a:pt x="211836" y="352373"/>
                  <a:pt x="218275" y="343385"/>
                  <a:pt x="219751" y="355191"/>
                </a:cubicBezTo>
                <a:cubicBezTo>
                  <a:pt x="221227" y="366997"/>
                  <a:pt x="229008" y="395036"/>
                  <a:pt x="236655" y="410733"/>
                </a:cubicBezTo>
                <a:cubicBezTo>
                  <a:pt x="244301" y="426429"/>
                  <a:pt x="259999" y="439845"/>
                  <a:pt x="265633" y="449370"/>
                </a:cubicBezTo>
                <a:cubicBezTo>
                  <a:pt x="271268" y="458895"/>
                  <a:pt x="266438" y="460372"/>
                  <a:pt x="270463" y="467884"/>
                </a:cubicBezTo>
                <a:cubicBezTo>
                  <a:pt x="274487" y="475397"/>
                  <a:pt x="281330" y="484118"/>
                  <a:pt x="289781" y="494447"/>
                </a:cubicBezTo>
                <a:cubicBezTo>
                  <a:pt x="298233" y="504778"/>
                  <a:pt x="311246" y="524097"/>
                  <a:pt x="321175" y="529866"/>
                </a:cubicBezTo>
                <a:cubicBezTo>
                  <a:pt x="331102" y="535634"/>
                  <a:pt x="333383" y="536305"/>
                  <a:pt x="349348" y="529061"/>
                </a:cubicBezTo>
                <a:cubicBezTo>
                  <a:pt x="365312" y="521816"/>
                  <a:pt x="399657" y="499680"/>
                  <a:pt x="416963" y="486398"/>
                </a:cubicBezTo>
                <a:cubicBezTo>
                  <a:pt x="434270" y="473116"/>
                  <a:pt x="444331" y="459298"/>
                  <a:pt x="453186" y="449370"/>
                </a:cubicBezTo>
                <a:cubicBezTo>
                  <a:pt x="462041" y="439443"/>
                  <a:pt x="466601" y="434746"/>
                  <a:pt x="470089" y="426831"/>
                </a:cubicBezTo>
                <a:cubicBezTo>
                  <a:pt x="473577" y="418917"/>
                  <a:pt x="471968" y="409526"/>
                  <a:pt x="474115" y="401878"/>
                </a:cubicBezTo>
                <a:cubicBezTo>
                  <a:pt x="476261" y="394231"/>
                  <a:pt x="480688" y="390341"/>
                  <a:pt x="482969" y="380949"/>
                </a:cubicBezTo>
                <a:cubicBezTo>
                  <a:pt x="485249" y="371558"/>
                  <a:pt x="484847" y="352373"/>
                  <a:pt x="487799" y="345532"/>
                </a:cubicBezTo>
                <a:cubicBezTo>
                  <a:pt x="490750" y="338689"/>
                  <a:pt x="496788" y="343787"/>
                  <a:pt x="500678" y="339897"/>
                </a:cubicBezTo>
                <a:cubicBezTo>
                  <a:pt x="504569" y="336006"/>
                  <a:pt x="508996" y="331177"/>
                  <a:pt x="511142" y="322188"/>
                </a:cubicBezTo>
                <a:cubicBezTo>
                  <a:pt x="513289" y="313199"/>
                  <a:pt x="511947" y="299515"/>
                  <a:pt x="513557" y="285965"/>
                </a:cubicBezTo>
                <a:cubicBezTo>
                  <a:pt x="515167" y="272415"/>
                  <a:pt x="520131" y="252425"/>
                  <a:pt x="520801" y="240888"/>
                </a:cubicBezTo>
                <a:cubicBezTo>
                  <a:pt x="521473" y="229350"/>
                  <a:pt x="520131" y="222508"/>
                  <a:pt x="517582" y="216739"/>
                </a:cubicBezTo>
                <a:lnTo>
                  <a:pt x="505508" y="206274"/>
                </a:lnTo>
                <a:cubicBezTo>
                  <a:pt x="501482" y="205872"/>
                  <a:pt x="496788" y="209897"/>
                  <a:pt x="493433" y="214324"/>
                </a:cubicBezTo>
                <a:cubicBezTo>
                  <a:pt x="490893" y="217677"/>
                  <a:pt x="489661" y="229032"/>
                  <a:pt x="487525" y="232413"/>
                </a:cubicBezTo>
                <a:lnTo>
                  <a:pt x="486770" y="223363"/>
                </a:lnTo>
                <a:lnTo>
                  <a:pt x="488165" y="195462"/>
                </a:lnTo>
                <a:lnTo>
                  <a:pt x="490482" y="198762"/>
                </a:lnTo>
                <a:cubicBezTo>
                  <a:pt x="492986" y="200550"/>
                  <a:pt x="494238" y="195185"/>
                  <a:pt x="496921" y="194469"/>
                </a:cubicBezTo>
                <a:cubicBezTo>
                  <a:pt x="499604" y="193754"/>
                  <a:pt x="503002" y="193217"/>
                  <a:pt x="506581" y="194469"/>
                </a:cubicBezTo>
                <a:cubicBezTo>
                  <a:pt x="510158" y="195721"/>
                  <a:pt x="516419" y="202876"/>
                  <a:pt x="518386" y="201981"/>
                </a:cubicBezTo>
                <a:cubicBezTo>
                  <a:pt x="519370" y="201534"/>
                  <a:pt x="519370" y="200774"/>
                  <a:pt x="519124" y="198896"/>
                </a:cubicBezTo>
                <a:lnTo>
                  <a:pt x="518386" y="189102"/>
                </a:lnTo>
                <a:cubicBezTo>
                  <a:pt x="518391" y="189053"/>
                  <a:pt x="521603" y="159753"/>
                  <a:pt x="518386" y="142952"/>
                </a:cubicBezTo>
                <a:cubicBezTo>
                  <a:pt x="515167" y="126137"/>
                  <a:pt x="506760" y="103778"/>
                  <a:pt x="499068" y="88215"/>
                </a:cubicBezTo>
                <a:cubicBezTo>
                  <a:pt x="491376" y="72652"/>
                  <a:pt x="479213" y="57627"/>
                  <a:pt x="472236" y="49577"/>
                </a:cubicBezTo>
                <a:cubicBezTo>
                  <a:pt x="465260" y="41528"/>
                  <a:pt x="466154" y="44211"/>
                  <a:pt x="457210" y="39918"/>
                </a:cubicBezTo>
                <a:cubicBezTo>
                  <a:pt x="448266" y="35625"/>
                  <a:pt x="435030" y="29722"/>
                  <a:pt x="418572" y="23818"/>
                </a:cubicBezTo>
                <a:cubicBezTo>
                  <a:pt x="402117" y="17916"/>
                  <a:pt x="375821" y="8435"/>
                  <a:pt x="358470" y="4500"/>
                </a:cubicBezTo>
                <a:cubicBezTo>
                  <a:pt x="341118" y="564"/>
                  <a:pt x="326630" y="-509"/>
                  <a:pt x="314467" y="207"/>
                </a:cubicBezTo>
                <a:close/>
              </a:path>
            </a:pathLst>
          </a:custGeom>
          <a:solidFill>
            <a:srgbClr val="FFC5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6" tIns="34294" rIns="68586" bIns="34294" rtlCol="0" anchor="ctr"/>
          <a:lstStyle/>
          <a:p>
            <a:pPr algn="ctr" defTabSz="685800"/>
            <a:endParaRPr lang="en-US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1985820" y="3070272"/>
            <a:ext cx="2805255" cy="1383690"/>
            <a:chOff x="3566970" y="1092761"/>
            <a:chExt cx="2805255" cy="1383690"/>
          </a:xfrm>
        </p:grpSpPr>
        <p:sp>
          <p:nvSpPr>
            <p:cNvPr id="45" name="矩形 44"/>
            <p:cNvSpPr/>
            <p:nvPr/>
          </p:nvSpPr>
          <p:spPr>
            <a:xfrm>
              <a:off x="3566970" y="1398335"/>
              <a:ext cx="2805255" cy="1078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600"/>
                </a:spcAft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在此处添加正文，根据需要调整字体与字号，建议采用两端对齐形式。请在此处添加正文，根据需要调整字体与字号，建议采用两端对齐形式。</a:t>
              </a: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3671745" y="1092761"/>
              <a:ext cx="1261884" cy="276999"/>
            </a:xfrm>
            <a:prstGeom prst="rect">
              <a:avLst/>
            </a:prstGeom>
            <a:solidFill>
              <a:srgbClr val="2E75B6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添加正文小标题</a:t>
              </a:r>
            </a:p>
          </p:txBody>
        </p:sp>
      </p:grpSp>
      <p:sp>
        <p:nvSpPr>
          <p:cNvPr id="52" name="Freeform 8"/>
          <p:cNvSpPr>
            <a:spLocks noEditPoints="1"/>
          </p:cNvSpPr>
          <p:nvPr/>
        </p:nvSpPr>
        <p:spPr bwMode="auto">
          <a:xfrm>
            <a:off x="1373094" y="2871507"/>
            <a:ext cx="443586" cy="551964"/>
          </a:xfrm>
          <a:custGeom>
            <a:avLst/>
            <a:gdLst>
              <a:gd name="T0" fmla="*/ 55 w 58"/>
              <a:gd name="T1" fmla="*/ 19 h 72"/>
              <a:gd name="T2" fmla="*/ 37 w 58"/>
              <a:gd name="T3" fmla="*/ 2 h 72"/>
              <a:gd name="T4" fmla="*/ 32 w 58"/>
              <a:gd name="T5" fmla="*/ 0 h 72"/>
              <a:gd name="T6" fmla="*/ 6 w 58"/>
              <a:gd name="T7" fmla="*/ 0 h 72"/>
              <a:gd name="T8" fmla="*/ 0 w 58"/>
              <a:gd name="T9" fmla="*/ 5 h 72"/>
              <a:gd name="T10" fmla="*/ 0 w 58"/>
              <a:gd name="T11" fmla="*/ 65 h 72"/>
              <a:gd name="T12" fmla="*/ 6 w 58"/>
              <a:gd name="T13" fmla="*/ 72 h 72"/>
              <a:gd name="T14" fmla="*/ 50 w 58"/>
              <a:gd name="T15" fmla="*/ 72 h 72"/>
              <a:gd name="T16" fmla="*/ 57 w 58"/>
              <a:gd name="T17" fmla="*/ 65 h 72"/>
              <a:gd name="T18" fmla="*/ 57 w 58"/>
              <a:gd name="T19" fmla="*/ 24 h 72"/>
              <a:gd name="T20" fmla="*/ 55 w 58"/>
              <a:gd name="T21" fmla="*/ 19 h 72"/>
              <a:gd name="T22" fmla="*/ 52 w 58"/>
              <a:gd name="T23" fmla="*/ 66 h 72"/>
              <a:gd name="T24" fmla="*/ 5 w 58"/>
              <a:gd name="T25" fmla="*/ 66 h 72"/>
              <a:gd name="T26" fmla="*/ 5 w 58"/>
              <a:gd name="T27" fmla="*/ 5 h 72"/>
              <a:gd name="T28" fmla="*/ 26 w 58"/>
              <a:gd name="T29" fmla="*/ 5 h 72"/>
              <a:gd name="T30" fmla="*/ 26 w 58"/>
              <a:gd name="T31" fmla="*/ 24 h 72"/>
              <a:gd name="T32" fmla="*/ 32 w 58"/>
              <a:gd name="T33" fmla="*/ 31 h 72"/>
              <a:gd name="T34" fmla="*/ 52 w 58"/>
              <a:gd name="T35" fmla="*/ 31 h 72"/>
              <a:gd name="T36" fmla="*/ 52 w 58"/>
              <a:gd name="T37" fmla="*/ 66 h 72"/>
              <a:gd name="T38" fmla="*/ 32 w 58"/>
              <a:gd name="T39" fmla="*/ 24 h 72"/>
              <a:gd name="T40" fmla="*/ 32 w 58"/>
              <a:gd name="T41" fmla="*/ 5 h 72"/>
              <a:gd name="T42" fmla="*/ 52 w 58"/>
              <a:gd name="T43" fmla="*/ 24 h 72"/>
              <a:gd name="T44" fmla="*/ 32 w 58"/>
              <a:gd name="T45" fmla="*/ 24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58" h="72">
                <a:moveTo>
                  <a:pt x="55" y="19"/>
                </a:moveTo>
                <a:cubicBezTo>
                  <a:pt x="37" y="2"/>
                  <a:pt x="37" y="2"/>
                  <a:pt x="37" y="2"/>
                </a:cubicBezTo>
                <a:cubicBezTo>
                  <a:pt x="35" y="0"/>
                  <a:pt x="34" y="0"/>
                  <a:pt x="32" y="0"/>
                </a:cubicBez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2"/>
                  <a:pt x="0" y="5"/>
                </a:cubicBezTo>
                <a:cubicBezTo>
                  <a:pt x="0" y="65"/>
                  <a:pt x="0" y="65"/>
                  <a:pt x="0" y="65"/>
                </a:cubicBezTo>
                <a:cubicBezTo>
                  <a:pt x="0" y="68"/>
                  <a:pt x="3" y="72"/>
                  <a:pt x="6" y="72"/>
                </a:cubicBezTo>
                <a:cubicBezTo>
                  <a:pt x="50" y="72"/>
                  <a:pt x="50" y="72"/>
                  <a:pt x="50" y="72"/>
                </a:cubicBezTo>
                <a:cubicBezTo>
                  <a:pt x="54" y="72"/>
                  <a:pt x="57" y="68"/>
                  <a:pt x="57" y="65"/>
                </a:cubicBezTo>
                <a:cubicBezTo>
                  <a:pt x="57" y="24"/>
                  <a:pt x="57" y="24"/>
                  <a:pt x="57" y="24"/>
                </a:cubicBezTo>
                <a:cubicBezTo>
                  <a:pt x="57" y="24"/>
                  <a:pt x="58" y="22"/>
                  <a:pt x="55" y="19"/>
                </a:cubicBezTo>
                <a:close/>
                <a:moveTo>
                  <a:pt x="52" y="66"/>
                </a:moveTo>
                <a:cubicBezTo>
                  <a:pt x="8" y="66"/>
                  <a:pt x="5" y="66"/>
                  <a:pt x="5" y="66"/>
                </a:cubicBezTo>
                <a:cubicBezTo>
                  <a:pt x="5" y="6"/>
                  <a:pt x="5" y="5"/>
                  <a:pt x="5" y="5"/>
                </a:cubicBezTo>
                <a:cubicBezTo>
                  <a:pt x="25" y="5"/>
                  <a:pt x="26" y="5"/>
                  <a:pt x="26" y="5"/>
                </a:cubicBezTo>
                <a:cubicBezTo>
                  <a:pt x="26" y="23"/>
                  <a:pt x="26" y="24"/>
                  <a:pt x="26" y="24"/>
                </a:cubicBezTo>
                <a:cubicBezTo>
                  <a:pt x="26" y="27"/>
                  <a:pt x="28" y="31"/>
                  <a:pt x="32" y="31"/>
                </a:cubicBezTo>
                <a:cubicBezTo>
                  <a:pt x="50" y="31"/>
                  <a:pt x="52" y="31"/>
                  <a:pt x="52" y="31"/>
                </a:cubicBezTo>
                <a:lnTo>
                  <a:pt x="52" y="66"/>
                </a:lnTo>
                <a:close/>
                <a:moveTo>
                  <a:pt x="32" y="24"/>
                </a:moveTo>
                <a:cubicBezTo>
                  <a:pt x="32" y="5"/>
                  <a:pt x="32" y="5"/>
                  <a:pt x="32" y="5"/>
                </a:cubicBezTo>
                <a:cubicBezTo>
                  <a:pt x="52" y="24"/>
                  <a:pt x="52" y="24"/>
                  <a:pt x="52" y="24"/>
                </a:cubicBezTo>
                <a:lnTo>
                  <a:pt x="32" y="24"/>
                </a:lnTo>
                <a:close/>
              </a:path>
            </a:pathLst>
          </a:custGeom>
          <a:solidFill>
            <a:srgbClr val="FFC50D"/>
          </a:solidFill>
          <a:ln>
            <a:noFill/>
          </a:ln>
        </p:spPr>
        <p:txBody>
          <a:bodyPr vert="horz" wrap="square" lIns="68583" tIns="34292" rIns="68583" bIns="34292" numCol="1" anchor="t" anchorCtr="0" compatLnSpc="1"/>
          <a:lstStyle/>
          <a:p>
            <a:pPr defTabSz="913765"/>
            <a:endParaRPr lang="en-US" sz="1200" dirty="0">
              <a:solidFill>
                <a:srgbClr val="292929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5891070" y="1184322"/>
            <a:ext cx="2805255" cy="1383690"/>
            <a:chOff x="3566970" y="1092761"/>
            <a:chExt cx="2805255" cy="1383690"/>
          </a:xfrm>
        </p:grpSpPr>
        <p:sp>
          <p:nvSpPr>
            <p:cNvPr id="54" name="矩形 53"/>
            <p:cNvSpPr/>
            <p:nvPr/>
          </p:nvSpPr>
          <p:spPr>
            <a:xfrm>
              <a:off x="3566970" y="1398335"/>
              <a:ext cx="2805255" cy="1078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600"/>
                </a:spcAft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在此处添加正文，根据需要调整字体与字号，建议采用两端对齐形式。请在此处添加正文，根据需要调整字体与字号，建议采用两端对齐形式。</a:t>
              </a: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671745" y="1092761"/>
              <a:ext cx="1261884" cy="276999"/>
            </a:xfrm>
            <a:prstGeom prst="rect">
              <a:avLst/>
            </a:prstGeom>
            <a:solidFill>
              <a:srgbClr val="2E75B6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添加正文小标题</a:t>
              </a: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5891070" y="3070272"/>
            <a:ext cx="2805255" cy="1383690"/>
            <a:chOff x="3566970" y="1092761"/>
            <a:chExt cx="2805255" cy="1383690"/>
          </a:xfrm>
        </p:grpSpPr>
        <p:sp>
          <p:nvSpPr>
            <p:cNvPr id="59" name="矩形 58"/>
            <p:cNvSpPr/>
            <p:nvPr/>
          </p:nvSpPr>
          <p:spPr>
            <a:xfrm>
              <a:off x="3566970" y="1398335"/>
              <a:ext cx="2805255" cy="1078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600"/>
                </a:spcAft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在此处添加正文，根据需要调整字体与字号，建议采用两端对齐形式。请在此处添加正文，根据需要调整字体与字号，建议采用两端对齐形式。</a:t>
              </a: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3671745" y="1092761"/>
              <a:ext cx="1261884" cy="276999"/>
            </a:xfrm>
            <a:prstGeom prst="rect">
              <a:avLst/>
            </a:prstGeom>
            <a:solidFill>
              <a:srgbClr val="2E75B6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添加正文小标题</a:t>
              </a:r>
            </a:p>
          </p:txBody>
        </p:sp>
      </p:grpSp>
      <p:sp>
        <p:nvSpPr>
          <p:cNvPr id="71" name="Icon-Ideas"/>
          <p:cNvSpPr>
            <a:spLocks noEditPoints="1"/>
          </p:cNvSpPr>
          <p:nvPr/>
        </p:nvSpPr>
        <p:spPr bwMode="auto">
          <a:xfrm>
            <a:off x="5097936" y="2871507"/>
            <a:ext cx="667392" cy="590928"/>
          </a:xfrm>
          <a:custGeom>
            <a:avLst/>
            <a:gdLst>
              <a:gd name="T0" fmla="*/ 751 w 3306"/>
              <a:gd name="T1" fmla="*/ 1653 h 2928"/>
              <a:gd name="T2" fmla="*/ 1178 w 3306"/>
              <a:gd name="T3" fmla="*/ 2807 h 2928"/>
              <a:gd name="T4" fmla="*/ 2006 w 3306"/>
              <a:gd name="T5" fmla="*/ 2928 h 2928"/>
              <a:gd name="T6" fmla="*/ 2127 w 3306"/>
              <a:gd name="T7" fmla="*/ 2420 h 2928"/>
              <a:gd name="T8" fmla="*/ 1653 w 3306"/>
              <a:gd name="T9" fmla="*/ 751 h 2928"/>
              <a:gd name="T10" fmla="*/ 1421 w 3306"/>
              <a:gd name="T11" fmla="*/ 2685 h 2928"/>
              <a:gd name="T12" fmla="*/ 1653 w 3306"/>
              <a:gd name="T13" fmla="*/ 2555 h 2928"/>
              <a:gd name="T14" fmla="*/ 1884 w 3306"/>
              <a:gd name="T15" fmla="*/ 2685 h 2928"/>
              <a:gd name="T16" fmla="*/ 994 w 3306"/>
              <a:gd name="T17" fmla="*/ 1653 h 2928"/>
              <a:gd name="T18" fmla="*/ 2312 w 3306"/>
              <a:gd name="T19" fmla="*/ 1653 h 2928"/>
              <a:gd name="T20" fmla="*/ 1532 w 3306"/>
              <a:gd name="T21" fmla="*/ 501 h 2928"/>
              <a:gd name="T22" fmla="*/ 1653 w 3306"/>
              <a:gd name="T23" fmla="*/ 0 h 2928"/>
              <a:gd name="T24" fmla="*/ 1774 w 3306"/>
              <a:gd name="T25" fmla="*/ 501 h 2928"/>
              <a:gd name="T26" fmla="*/ 1532 w 3306"/>
              <a:gd name="T27" fmla="*/ 501 h 2928"/>
              <a:gd name="T28" fmla="*/ 2382 w 3306"/>
              <a:gd name="T29" fmla="*/ 752 h 2928"/>
              <a:gd name="T30" fmla="*/ 2822 w 3306"/>
              <a:gd name="T31" fmla="*/ 484 h 2928"/>
              <a:gd name="T32" fmla="*/ 2553 w 3306"/>
              <a:gd name="T33" fmla="*/ 924 h 2928"/>
              <a:gd name="T34" fmla="*/ 2382 w 3306"/>
              <a:gd name="T35" fmla="*/ 924 h 2928"/>
              <a:gd name="T36" fmla="*/ 924 w 3306"/>
              <a:gd name="T37" fmla="*/ 2554 h 2928"/>
              <a:gd name="T38" fmla="*/ 570 w 3306"/>
              <a:gd name="T39" fmla="*/ 2858 h 2928"/>
              <a:gd name="T40" fmla="*/ 484 w 3306"/>
              <a:gd name="T41" fmla="*/ 2650 h 2928"/>
              <a:gd name="T42" fmla="*/ 924 w 3306"/>
              <a:gd name="T43" fmla="*/ 2382 h 2928"/>
              <a:gd name="T44" fmla="*/ 3185 w 3306"/>
              <a:gd name="T45" fmla="*/ 1775 h 2928"/>
              <a:gd name="T46" fmla="*/ 2684 w 3306"/>
              <a:gd name="T47" fmla="*/ 1653 h 2928"/>
              <a:gd name="T48" fmla="*/ 3185 w 3306"/>
              <a:gd name="T49" fmla="*/ 1532 h 2928"/>
              <a:gd name="T50" fmla="*/ 500 w 3306"/>
              <a:gd name="T51" fmla="*/ 1775 h 2928"/>
              <a:gd name="T52" fmla="*/ 0 w 3306"/>
              <a:gd name="T53" fmla="*/ 1653 h 2928"/>
              <a:gd name="T54" fmla="*/ 500 w 3306"/>
              <a:gd name="T55" fmla="*/ 1532 h 2928"/>
              <a:gd name="T56" fmla="*/ 500 w 3306"/>
              <a:gd name="T57" fmla="*/ 1775 h 2928"/>
              <a:gd name="T58" fmla="*/ 2822 w 3306"/>
              <a:gd name="T59" fmla="*/ 2822 h 2928"/>
              <a:gd name="T60" fmla="*/ 2650 w 3306"/>
              <a:gd name="T61" fmla="*/ 2822 h 2928"/>
              <a:gd name="T62" fmla="*/ 2382 w 3306"/>
              <a:gd name="T63" fmla="*/ 2382 h 2928"/>
              <a:gd name="T64" fmla="*/ 2822 w 3306"/>
              <a:gd name="T65" fmla="*/ 2650 h 2928"/>
              <a:gd name="T66" fmla="*/ 484 w 3306"/>
              <a:gd name="T67" fmla="*/ 484 h 2928"/>
              <a:gd name="T68" fmla="*/ 924 w 3306"/>
              <a:gd name="T69" fmla="*/ 752 h 2928"/>
              <a:gd name="T70" fmla="*/ 838 w 3306"/>
              <a:gd name="T71" fmla="*/ 960 h 2928"/>
              <a:gd name="T72" fmla="*/ 484 w 3306"/>
              <a:gd name="T73" fmla="*/ 656 h 2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306" h="2928">
                <a:moveTo>
                  <a:pt x="1653" y="751"/>
                </a:moveTo>
                <a:cubicBezTo>
                  <a:pt x="1155" y="751"/>
                  <a:pt x="751" y="1156"/>
                  <a:pt x="751" y="1653"/>
                </a:cubicBezTo>
                <a:cubicBezTo>
                  <a:pt x="751" y="1977"/>
                  <a:pt x="922" y="2260"/>
                  <a:pt x="1178" y="2420"/>
                </a:cubicBezTo>
                <a:cubicBezTo>
                  <a:pt x="1178" y="2807"/>
                  <a:pt x="1178" y="2807"/>
                  <a:pt x="1178" y="2807"/>
                </a:cubicBezTo>
                <a:cubicBezTo>
                  <a:pt x="1178" y="2874"/>
                  <a:pt x="1233" y="2928"/>
                  <a:pt x="1300" y="2928"/>
                </a:cubicBezTo>
                <a:cubicBezTo>
                  <a:pt x="2006" y="2928"/>
                  <a:pt x="2006" y="2928"/>
                  <a:pt x="2006" y="2928"/>
                </a:cubicBezTo>
                <a:cubicBezTo>
                  <a:pt x="2073" y="2928"/>
                  <a:pt x="2127" y="2874"/>
                  <a:pt x="2127" y="2807"/>
                </a:cubicBezTo>
                <a:cubicBezTo>
                  <a:pt x="2127" y="2420"/>
                  <a:pt x="2127" y="2420"/>
                  <a:pt x="2127" y="2420"/>
                </a:cubicBezTo>
                <a:cubicBezTo>
                  <a:pt x="2384" y="2260"/>
                  <a:pt x="2555" y="1977"/>
                  <a:pt x="2555" y="1653"/>
                </a:cubicBezTo>
                <a:cubicBezTo>
                  <a:pt x="2555" y="1156"/>
                  <a:pt x="2150" y="751"/>
                  <a:pt x="1653" y="751"/>
                </a:cubicBezTo>
                <a:close/>
                <a:moveTo>
                  <a:pt x="1884" y="2685"/>
                </a:moveTo>
                <a:cubicBezTo>
                  <a:pt x="1421" y="2685"/>
                  <a:pt x="1421" y="2685"/>
                  <a:pt x="1421" y="2685"/>
                </a:cubicBezTo>
                <a:cubicBezTo>
                  <a:pt x="1421" y="2525"/>
                  <a:pt x="1421" y="2525"/>
                  <a:pt x="1421" y="2525"/>
                </a:cubicBezTo>
                <a:cubicBezTo>
                  <a:pt x="1495" y="2544"/>
                  <a:pt x="1573" y="2555"/>
                  <a:pt x="1653" y="2555"/>
                </a:cubicBezTo>
                <a:cubicBezTo>
                  <a:pt x="1733" y="2555"/>
                  <a:pt x="1810" y="2544"/>
                  <a:pt x="1884" y="2525"/>
                </a:cubicBezTo>
                <a:lnTo>
                  <a:pt x="1884" y="2685"/>
                </a:lnTo>
                <a:close/>
                <a:moveTo>
                  <a:pt x="1653" y="2312"/>
                </a:moveTo>
                <a:cubicBezTo>
                  <a:pt x="1289" y="2312"/>
                  <a:pt x="994" y="2016"/>
                  <a:pt x="994" y="1653"/>
                </a:cubicBezTo>
                <a:cubicBezTo>
                  <a:pt x="994" y="1290"/>
                  <a:pt x="1289" y="994"/>
                  <a:pt x="1653" y="994"/>
                </a:cubicBezTo>
                <a:cubicBezTo>
                  <a:pt x="2016" y="994"/>
                  <a:pt x="2312" y="1290"/>
                  <a:pt x="2312" y="1653"/>
                </a:cubicBezTo>
                <a:cubicBezTo>
                  <a:pt x="2312" y="2016"/>
                  <a:pt x="2016" y="2312"/>
                  <a:pt x="1653" y="2312"/>
                </a:cubicBezTo>
                <a:close/>
                <a:moveTo>
                  <a:pt x="1532" y="501"/>
                </a:moveTo>
                <a:cubicBezTo>
                  <a:pt x="1532" y="121"/>
                  <a:pt x="1532" y="121"/>
                  <a:pt x="1532" y="121"/>
                </a:cubicBezTo>
                <a:cubicBezTo>
                  <a:pt x="1532" y="54"/>
                  <a:pt x="1586" y="0"/>
                  <a:pt x="1653" y="0"/>
                </a:cubicBezTo>
                <a:cubicBezTo>
                  <a:pt x="1720" y="0"/>
                  <a:pt x="1774" y="54"/>
                  <a:pt x="1774" y="121"/>
                </a:cubicBezTo>
                <a:cubicBezTo>
                  <a:pt x="1774" y="501"/>
                  <a:pt x="1774" y="501"/>
                  <a:pt x="1774" y="501"/>
                </a:cubicBezTo>
                <a:cubicBezTo>
                  <a:pt x="1774" y="568"/>
                  <a:pt x="1720" y="622"/>
                  <a:pt x="1653" y="622"/>
                </a:cubicBezTo>
                <a:cubicBezTo>
                  <a:pt x="1586" y="622"/>
                  <a:pt x="1532" y="568"/>
                  <a:pt x="1532" y="501"/>
                </a:cubicBezTo>
                <a:close/>
                <a:moveTo>
                  <a:pt x="2382" y="924"/>
                </a:moveTo>
                <a:cubicBezTo>
                  <a:pt x="2334" y="877"/>
                  <a:pt x="2334" y="800"/>
                  <a:pt x="2382" y="752"/>
                </a:cubicBezTo>
                <a:cubicBezTo>
                  <a:pt x="2650" y="484"/>
                  <a:pt x="2650" y="484"/>
                  <a:pt x="2650" y="484"/>
                </a:cubicBezTo>
                <a:cubicBezTo>
                  <a:pt x="2697" y="437"/>
                  <a:pt x="2774" y="437"/>
                  <a:pt x="2822" y="484"/>
                </a:cubicBezTo>
                <a:cubicBezTo>
                  <a:pt x="2869" y="531"/>
                  <a:pt x="2869" y="608"/>
                  <a:pt x="2822" y="656"/>
                </a:cubicBezTo>
                <a:cubicBezTo>
                  <a:pt x="2553" y="924"/>
                  <a:pt x="2553" y="924"/>
                  <a:pt x="2553" y="924"/>
                </a:cubicBezTo>
                <a:cubicBezTo>
                  <a:pt x="2530" y="948"/>
                  <a:pt x="2499" y="960"/>
                  <a:pt x="2468" y="960"/>
                </a:cubicBezTo>
                <a:cubicBezTo>
                  <a:pt x="2436" y="960"/>
                  <a:pt x="2405" y="948"/>
                  <a:pt x="2382" y="924"/>
                </a:cubicBezTo>
                <a:close/>
                <a:moveTo>
                  <a:pt x="924" y="2382"/>
                </a:moveTo>
                <a:cubicBezTo>
                  <a:pt x="971" y="2429"/>
                  <a:pt x="971" y="2506"/>
                  <a:pt x="924" y="2554"/>
                </a:cubicBezTo>
                <a:cubicBezTo>
                  <a:pt x="656" y="2822"/>
                  <a:pt x="656" y="2822"/>
                  <a:pt x="656" y="2822"/>
                </a:cubicBezTo>
                <a:cubicBezTo>
                  <a:pt x="632" y="2846"/>
                  <a:pt x="600" y="2858"/>
                  <a:pt x="570" y="2858"/>
                </a:cubicBezTo>
                <a:cubicBezTo>
                  <a:pt x="539" y="2858"/>
                  <a:pt x="507" y="2846"/>
                  <a:pt x="484" y="2822"/>
                </a:cubicBezTo>
                <a:cubicBezTo>
                  <a:pt x="436" y="2775"/>
                  <a:pt x="436" y="2698"/>
                  <a:pt x="484" y="2650"/>
                </a:cubicBezTo>
                <a:cubicBezTo>
                  <a:pt x="752" y="2382"/>
                  <a:pt x="752" y="2382"/>
                  <a:pt x="752" y="2382"/>
                </a:cubicBezTo>
                <a:cubicBezTo>
                  <a:pt x="800" y="2335"/>
                  <a:pt x="877" y="2335"/>
                  <a:pt x="924" y="2382"/>
                </a:cubicBezTo>
                <a:close/>
                <a:moveTo>
                  <a:pt x="3306" y="1653"/>
                </a:moveTo>
                <a:cubicBezTo>
                  <a:pt x="3306" y="1720"/>
                  <a:pt x="3252" y="1775"/>
                  <a:pt x="3185" y="1775"/>
                </a:cubicBezTo>
                <a:cubicBezTo>
                  <a:pt x="2805" y="1775"/>
                  <a:pt x="2805" y="1775"/>
                  <a:pt x="2805" y="1775"/>
                </a:cubicBezTo>
                <a:cubicBezTo>
                  <a:pt x="2738" y="1775"/>
                  <a:pt x="2684" y="1720"/>
                  <a:pt x="2684" y="1653"/>
                </a:cubicBezTo>
                <a:cubicBezTo>
                  <a:pt x="2684" y="1586"/>
                  <a:pt x="2738" y="1532"/>
                  <a:pt x="2805" y="1532"/>
                </a:cubicBezTo>
                <a:cubicBezTo>
                  <a:pt x="3185" y="1532"/>
                  <a:pt x="3185" y="1532"/>
                  <a:pt x="3185" y="1532"/>
                </a:cubicBezTo>
                <a:cubicBezTo>
                  <a:pt x="3252" y="1532"/>
                  <a:pt x="3306" y="1586"/>
                  <a:pt x="3306" y="1653"/>
                </a:cubicBezTo>
                <a:close/>
                <a:moveTo>
                  <a:pt x="500" y="1775"/>
                </a:moveTo>
                <a:cubicBezTo>
                  <a:pt x="121" y="1775"/>
                  <a:pt x="121" y="1775"/>
                  <a:pt x="121" y="1775"/>
                </a:cubicBezTo>
                <a:cubicBezTo>
                  <a:pt x="54" y="1775"/>
                  <a:pt x="0" y="1720"/>
                  <a:pt x="0" y="1653"/>
                </a:cubicBezTo>
                <a:cubicBezTo>
                  <a:pt x="0" y="1586"/>
                  <a:pt x="54" y="1532"/>
                  <a:pt x="121" y="1532"/>
                </a:cubicBezTo>
                <a:cubicBezTo>
                  <a:pt x="500" y="1532"/>
                  <a:pt x="500" y="1532"/>
                  <a:pt x="500" y="1532"/>
                </a:cubicBezTo>
                <a:cubicBezTo>
                  <a:pt x="568" y="1532"/>
                  <a:pt x="622" y="1586"/>
                  <a:pt x="622" y="1653"/>
                </a:cubicBezTo>
                <a:cubicBezTo>
                  <a:pt x="622" y="1720"/>
                  <a:pt x="568" y="1775"/>
                  <a:pt x="500" y="1775"/>
                </a:cubicBezTo>
                <a:close/>
                <a:moveTo>
                  <a:pt x="2822" y="2650"/>
                </a:moveTo>
                <a:cubicBezTo>
                  <a:pt x="2869" y="2698"/>
                  <a:pt x="2869" y="2775"/>
                  <a:pt x="2822" y="2822"/>
                </a:cubicBezTo>
                <a:cubicBezTo>
                  <a:pt x="2798" y="2846"/>
                  <a:pt x="2767" y="2857"/>
                  <a:pt x="2736" y="2857"/>
                </a:cubicBezTo>
                <a:cubicBezTo>
                  <a:pt x="2705" y="2857"/>
                  <a:pt x="2674" y="2846"/>
                  <a:pt x="2650" y="2822"/>
                </a:cubicBezTo>
                <a:cubicBezTo>
                  <a:pt x="2382" y="2554"/>
                  <a:pt x="2382" y="2554"/>
                  <a:pt x="2382" y="2554"/>
                </a:cubicBezTo>
                <a:cubicBezTo>
                  <a:pt x="2334" y="2506"/>
                  <a:pt x="2334" y="2429"/>
                  <a:pt x="2382" y="2382"/>
                </a:cubicBezTo>
                <a:cubicBezTo>
                  <a:pt x="2429" y="2335"/>
                  <a:pt x="2506" y="2335"/>
                  <a:pt x="2553" y="2382"/>
                </a:cubicBezTo>
                <a:lnTo>
                  <a:pt x="2822" y="2650"/>
                </a:lnTo>
                <a:close/>
                <a:moveTo>
                  <a:pt x="484" y="656"/>
                </a:moveTo>
                <a:cubicBezTo>
                  <a:pt x="436" y="608"/>
                  <a:pt x="436" y="531"/>
                  <a:pt x="484" y="484"/>
                </a:cubicBezTo>
                <a:cubicBezTo>
                  <a:pt x="531" y="437"/>
                  <a:pt x="608" y="437"/>
                  <a:pt x="656" y="484"/>
                </a:cubicBezTo>
                <a:cubicBezTo>
                  <a:pt x="924" y="752"/>
                  <a:pt x="924" y="752"/>
                  <a:pt x="924" y="752"/>
                </a:cubicBezTo>
                <a:cubicBezTo>
                  <a:pt x="971" y="800"/>
                  <a:pt x="971" y="877"/>
                  <a:pt x="924" y="924"/>
                </a:cubicBezTo>
                <a:cubicBezTo>
                  <a:pt x="900" y="948"/>
                  <a:pt x="869" y="960"/>
                  <a:pt x="838" y="960"/>
                </a:cubicBezTo>
                <a:cubicBezTo>
                  <a:pt x="807" y="960"/>
                  <a:pt x="776" y="948"/>
                  <a:pt x="752" y="924"/>
                </a:cubicBezTo>
                <a:lnTo>
                  <a:pt x="484" y="656"/>
                </a:lnTo>
                <a:close/>
              </a:path>
            </a:pathLst>
          </a:custGeom>
          <a:solidFill>
            <a:srgbClr val="FFC50D"/>
          </a:solidFill>
          <a:ln>
            <a:noFill/>
          </a:ln>
        </p:spPr>
        <p:txBody>
          <a:bodyPr vert="horz" wrap="square" lIns="68586" tIns="34294" rIns="68586" bIns="34294" numCol="1" anchor="t" anchorCtr="0" compatLnSpc="1"/>
          <a:lstStyle/>
          <a:p>
            <a:endParaRPr lang="en-US" dirty="0">
              <a:latin typeface="微软雅黑" panose="020B0503020204020204" pitchFamily="34" charset="-122"/>
            </a:endParaRPr>
          </a:p>
        </p:txBody>
      </p:sp>
      <p:sp>
        <p:nvSpPr>
          <p:cNvPr id="72" name="Freeform 13"/>
          <p:cNvSpPr>
            <a:spLocks noEditPoints="1"/>
          </p:cNvSpPr>
          <p:nvPr/>
        </p:nvSpPr>
        <p:spPr bwMode="black">
          <a:xfrm>
            <a:off x="5152015" y="1066595"/>
            <a:ext cx="546638" cy="613023"/>
          </a:xfrm>
          <a:custGeom>
            <a:avLst/>
            <a:gdLst>
              <a:gd name="T0" fmla="*/ 29 w 70"/>
              <a:gd name="T1" fmla="*/ 9 h 78"/>
              <a:gd name="T2" fmla="*/ 9 w 70"/>
              <a:gd name="T3" fmla="*/ 6 h 78"/>
              <a:gd name="T4" fmla="*/ 5 w 70"/>
              <a:gd name="T5" fmla="*/ 26 h 78"/>
              <a:gd name="T6" fmla="*/ 29 w 70"/>
              <a:gd name="T7" fmla="*/ 9 h 78"/>
              <a:gd name="T8" fmla="*/ 50 w 70"/>
              <a:gd name="T9" fmla="*/ 49 h 78"/>
              <a:gd name="T10" fmla="*/ 54 w 70"/>
              <a:gd name="T11" fmla="*/ 46 h 78"/>
              <a:gd name="T12" fmla="*/ 50 w 70"/>
              <a:gd name="T13" fmla="*/ 42 h 78"/>
              <a:gd name="T14" fmla="*/ 40 w 70"/>
              <a:gd name="T15" fmla="*/ 42 h 78"/>
              <a:gd name="T16" fmla="*/ 40 w 70"/>
              <a:gd name="T17" fmla="*/ 29 h 78"/>
              <a:gd name="T18" fmla="*/ 36 w 70"/>
              <a:gd name="T19" fmla="*/ 25 h 78"/>
              <a:gd name="T20" fmla="*/ 33 w 70"/>
              <a:gd name="T21" fmla="*/ 29 h 78"/>
              <a:gd name="T22" fmla="*/ 33 w 70"/>
              <a:gd name="T23" fmla="*/ 46 h 78"/>
              <a:gd name="T24" fmla="*/ 36 w 70"/>
              <a:gd name="T25" fmla="*/ 49 h 78"/>
              <a:gd name="T26" fmla="*/ 50 w 70"/>
              <a:gd name="T27" fmla="*/ 49 h 78"/>
              <a:gd name="T28" fmla="*/ 36 w 70"/>
              <a:gd name="T29" fmla="*/ 20 h 78"/>
              <a:gd name="T30" fmla="*/ 62 w 70"/>
              <a:gd name="T31" fmla="*/ 46 h 78"/>
              <a:gd name="T32" fmla="*/ 36 w 70"/>
              <a:gd name="T33" fmla="*/ 71 h 78"/>
              <a:gd name="T34" fmla="*/ 11 w 70"/>
              <a:gd name="T35" fmla="*/ 46 h 78"/>
              <a:gd name="T36" fmla="*/ 36 w 70"/>
              <a:gd name="T37" fmla="*/ 20 h 78"/>
              <a:gd name="T38" fmla="*/ 36 w 70"/>
              <a:gd name="T39" fmla="*/ 78 h 78"/>
              <a:gd name="T40" fmla="*/ 69 w 70"/>
              <a:gd name="T41" fmla="*/ 46 h 78"/>
              <a:gd name="T42" fmla="*/ 36 w 70"/>
              <a:gd name="T43" fmla="*/ 13 h 78"/>
              <a:gd name="T44" fmla="*/ 4 w 70"/>
              <a:gd name="T45" fmla="*/ 46 h 78"/>
              <a:gd name="T46" fmla="*/ 36 w 70"/>
              <a:gd name="T47" fmla="*/ 78 h 78"/>
              <a:gd name="T48" fmla="*/ 42 w 70"/>
              <a:gd name="T49" fmla="*/ 9 h 78"/>
              <a:gd name="T50" fmla="*/ 62 w 70"/>
              <a:gd name="T51" fmla="*/ 6 h 78"/>
              <a:gd name="T52" fmla="*/ 67 w 70"/>
              <a:gd name="T53" fmla="*/ 24 h 78"/>
              <a:gd name="T54" fmla="*/ 42 w 70"/>
              <a:gd name="T55" fmla="*/ 9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70" h="78">
                <a:moveTo>
                  <a:pt x="29" y="9"/>
                </a:moveTo>
                <a:cubicBezTo>
                  <a:pt x="24" y="3"/>
                  <a:pt x="17" y="0"/>
                  <a:pt x="9" y="6"/>
                </a:cubicBezTo>
                <a:cubicBezTo>
                  <a:pt x="0" y="11"/>
                  <a:pt x="0" y="19"/>
                  <a:pt x="5" y="26"/>
                </a:cubicBezTo>
                <a:cubicBezTo>
                  <a:pt x="10" y="17"/>
                  <a:pt x="19" y="11"/>
                  <a:pt x="29" y="9"/>
                </a:cubicBezTo>
                <a:moveTo>
                  <a:pt x="50" y="49"/>
                </a:moveTo>
                <a:cubicBezTo>
                  <a:pt x="52" y="49"/>
                  <a:pt x="54" y="48"/>
                  <a:pt x="54" y="46"/>
                </a:cubicBezTo>
                <a:cubicBezTo>
                  <a:pt x="54" y="44"/>
                  <a:pt x="52" y="42"/>
                  <a:pt x="50" y="42"/>
                </a:cubicBezTo>
                <a:cubicBezTo>
                  <a:pt x="40" y="42"/>
                  <a:pt x="40" y="42"/>
                  <a:pt x="40" y="42"/>
                </a:cubicBezTo>
                <a:cubicBezTo>
                  <a:pt x="40" y="29"/>
                  <a:pt x="40" y="29"/>
                  <a:pt x="40" y="29"/>
                </a:cubicBezTo>
                <a:cubicBezTo>
                  <a:pt x="40" y="27"/>
                  <a:pt x="38" y="25"/>
                  <a:pt x="36" y="25"/>
                </a:cubicBezTo>
                <a:cubicBezTo>
                  <a:pt x="34" y="25"/>
                  <a:pt x="33" y="27"/>
                  <a:pt x="33" y="29"/>
                </a:cubicBezTo>
                <a:cubicBezTo>
                  <a:pt x="33" y="46"/>
                  <a:pt x="33" y="46"/>
                  <a:pt x="33" y="46"/>
                </a:cubicBezTo>
                <a:cubicBezTo>
                  <a:pt x="33" y="48"/>
                  <a:pt x="34" y="49"/>
                  <a:pt x="36" y="49"/>
                </a:cubicBezTo>
                <a:lnTo>
                  <a:pt x="50" y="49"/>
                </a:lnTo>
                <a:close/>
                <a:moveTo>
                  <a:pt x="36" y="20"/>
                </a:moveTo>
                <a:cubicBezTo>
                  <a:pt x="50" y="20"/>
                  <a:pt x="62" y="32"/>
                  <a:pt x="62" y="46"/>
                </a:cubicBezTo>
                <a:cubicBezTo>
                  <a:pt x="62" y="60"/>
                  <a:pt x="50" y="71"/>
                  <a:pt x="36" y="71"/>
                </a:cubicBezTo>
                <a:cubicBezTo>
                  <a:pt x="22" y="71"/>
                  <a:pt x="11" y="60"/>
                  <a:pt x="11" y="46"/>
                </a:cubicBezTo>
                <a:cubicBezTo>
                  <a:pt x="11" y="32"/>
                  <a:pt x="22" y="20"/>
                  <a:pt x="36" y="20"/>
                </a:cubicBezTo>
                <a:moveTo>
                  <a:pt x="36" y="78"/>
                </a:moveTo>
                <a:cubicBezTo>
                  <a:pt x="54" y="78"/>
                  <a:pt x="69" y="64"/>
                  <a:pt x="69" y="46"/>
                </a:cubicBezTo>
                <a:cubicBezTo>
                  <a:pt x="69" y="28"/>
                  <a:pt x="54" y="13"/>
                  <a:pt x="36" y="13"/>
                </a:cubicBezTo>
                <a:cubicBezTo>
                  <a:pt x="18" y="13"/>
                  <a:pt x="4" y="28"/>
                  <a:pt x="4" y="46"/>
                </a:cubicBezTo>
                <a:cubicBezTo>
                  <a:pt x="4" y="64"/>
                  <a:pt x="18" y="78"/>
                  <a:pt x="36" y="78"/>
                </a:cubicBezTo>
                <a:moveTo>
                  <a:pt x="42" y="9"/>
                </a:moveTo>
                <a:cubicBezTo>
                  <a:pt x="47" y="3"/>
                  <a:pt x="54" y="0"/>
                  <a:pt x="62" y="6"/>
                </a:cubicBezTo>
                <a:cubicBezTo>
                  <a:pt x="70" y="11"/>
                  <a:pt x="70" y="18"/>
                  <a:pt x="67" y="24"/>
                </a:cubicBezTo>
                <a:cubicBezTo>
                  <a:pt x="61" y="16"/>
                  <a:pt x="52" y="10"/>
                  <a:pt x="42" y="9"/>
                </a:cubicBezTo>
              </a:path>
            </a:pathLst>
          </a:custGeom>
          <a:solidFill>
            <a:srgbClr val="FFC50D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85165">
              <a:defRPr/>
            </a:pPr>
            <a:endParaRPr lang="en-US" sz="1400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autoRev="1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Scale>
                                      <p:cBhvr>
                                        <p:cTn id="16" dur="200" fill="hold"/>
                                        <p:tgtEl>
                                          <p:spTgt spid="4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5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mph" presetSubtype="0" autoRev="1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Scale>
                                      <p:cBhvr>
                                        <p:cTn id="29" dur="200" fill="hold"/>
                                        <p:tgtEl>
                                          <p:spTgt spid="7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00"/>
                            </p:stCondLst>
                            <p:childTnLst>
                              <p:par>
                                <p:cTn id="31" presetID="12" presetClass="entr" presetSubtype="4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5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9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mph" presetSubtype="0" autoRev="1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Scale>
                                      <p:cBhvr>
                                        <p:cTn id="42" dur="200" fill="hold"/>
                                        <p:tgtEl>
                                          <p:spTgt spid="5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400"/>
                            </p:stCondLst>
                            <p:childTnLst>
                              <p:par>
                                <p:cTn id="44" presetID="12" presetClass="entr" presetSubtype="4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25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1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2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6" presetClass="emph" presetSubtype="0" autoRev="1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Scale>
                                      <p:cBhvr>
                                        <p:cTn id="55" dur="200" fill="hold"/>
                                        <p:tgtEl>
                                          <p:spTgt spid="7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3" grpId="1" animBg="1"/>
      <p:bldP spid="52" grpId="0" animBg="1"/>
      <p:bldP spid="52" grpId="1" animBg="1"/>
      <p:bldP spid="71" grpId="0" animBg="1"/>
      <p:bldP spid="71" grpId="1" animBg="1"/>
      <p:bldP spid="72" grpId="0" animBg="1"/>
      <p:bldP spid="72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1428750"/>
            <a:ext cx="9144000" cy="3714750"/>
            <a:chOff x="0" y="1428750"/>
            <a:chExt cx="9144000" cy="3714750"/>
          </a:xfrm>
        </p:grpSpPr>
        <p:sp>
          <p:nvSpPr>
            <p:cNvPr id="4" name="流程图: 文档 3"/>
            <p:cNvSpPr/>
            <p:nvPr/>
          </p:nvSpPr>
          <p:spPr>
            <a:xfrm rot="10800000" flipH="1">
              <a:off x="0" y="1428750"/>
              <a:ext cx="9144000" cy="3714750"/>
            </a:xfrm>
            <a:prstGeom prst="flowChartDocument">
              <a:avLst/>
            </a:pr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流程图: 文档 4"/>
            <p:cNvSpPr/>
            <p:nvPr/>
          </p:nvSpPr>
          <p:spPr>
            <a:xfrm rot="10800000" flipH="1">
              <a:off x="0" y="1809752"/>
              <a:ext cx="9144000" cy="3333747"/>
            </a:xfrm>
            <a:prstGeom prst="flowChartDocumen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流程图: 文档 5"/>
            <p:cNvSpPr/>
            <p:nvPr/>
          </p:nvSpPr>
          <p:spPr>
            <a:xfrm rot="10800000" flipH="1">
              <a:off x="0" y="1981199"/>
              <a:ext cx="9144000" cy="3162299"/>
            </a:xfrm>
            <a:prstGeom prst="flowChartDocument">
              <a:avLst/>
            </a:prstGeom>
            <a:solidFill>
              <a:srgbClr val="1B43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流程图: 文档 6"/>
            <p:cNvSpPr/>
            <p:nvPr/>
          </p:nvSpPr>
          <p:spPr>
            <a:xfrm rot="10800000" flipH="1">
              <a:off x="0" y="2171699"/>
              <a:ext cx="9144000" cy="2971800"/>
            </a:xfrm>
            <a:prstGeom prst="flowChartDocument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6566791" y="-88136"/>
            <a:ext cx="177163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8000" dirty="0">
                <a:solidFill>
                  <a:srgbClr val="FFC50D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rPr>
              <a:t>5</a:t>
            </a:r>
            <a:endParaRPr lang="zh-CN" altLang="en-US" sz="18000" dirty="0">
              <a:solidFill>
                <a:srgbClr val="FFC50D"/>
              </a:solidFill>
              <a:latin typeface="方正正中黑_GBK" panose="02000000000000000000" pitchFamily="2" charset="-122"/>
              <a:ea typeface="方正正中黑_GBK" panose="02000000000000000000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2563" y="2833747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rPr>
              <a:t>论文总结与附录</a:t>
            </a:r>
          </a:p>
        </p:txBody>
      </p:sp>
    </p:spTree>
  </p:cSld>
  <p:clrMapOvr>
    <a:masterClrMapping/>
  </p:clrMapOvr>
  <p:transition spd="med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2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6" presetClass="emph" presetSubtype="0" autoRev="1" fill="hold" grpId="1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Scale>
                                          <p:cBhvr>
                                            <p:cTn id="16" dur="200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/>
          <p:bldP spid="12" grpId="1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2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6" presetClass="emph" presetSubtype="0" autoRev="1" fill="hold" grpId="1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animScale>
                                          <p:cBhvr>
                                            <p:cTn id="16" dur="200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4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/>
          <p:bldP spid="12" grpId="1"/>
          <p:bldP spid="13" grpId="0"/>
          <p:bldP spid="14" grpId="0" animBg="1"/>
        </p:bldLst>
      </p:timing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933451" y="18128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请在此处添加幻灯片标题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6084401" y="2723671"/>
            <a:ext cx="2612576" cy="1741718"/>
            <a:chOff x="6084401" y="2761771"/>
            <a:chExt cx="2612576" cy="1741718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4401" y="2761771"/>
              <a:ext cx="2612576" cy="1741718"/>
            </a:xfrm>
            <a:prstGeom prst="rect">
              <a:avLst/>
            </a:prstGeom>
          </p:spPr>
        </p:pic>
        <p:sp>
          <p:nvSpPr>
            <p:cNvPr id="10" name="直角三角形 9"/>
            <p:cNvSpPr/>
            <p:nvPr/>
          </p:nvSpPr>
          <p:spPr>
            <a:xfrm flipV="1">
              <a:off x="6084401" y="2761771"/>
              <a:ext cx="285436" cy="285436"/>
            </a:xfrm>
            <a:prstGeom prst="rtTriangle">
              <a:avLst/>
            </a:prstGeom>
            <a:solidFill>
              <a:srgbClr val="1B43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859249" y="2723671"/>
            <a:ext cx="2612576" cy="1741718"/>
            <a:chOff x="859249" y="2761771"/>
            <a:chExt cx="2612576" cy="1741718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249" y="2761771"/>
              <a:ext cx="2612576" cy="1741718"/>
            </a:xfrm>
            <a:prstGeom prst="rect">
              <a:avLst/>
            </a:prstGeom>
          </p:spPr>
        </p:pic>
        <p:sp>
          <p:nvSpPr>
            <p:cNvPr id="11" name="直角三角形 10"/>
            <p:cNvSpPr/>
            <p:nvPr/>
          </p:nvSpPr>
          <p:spPr>
            <a:xfrm flipH="1" flipV="1">
              <a:off x="3186389" y="2761771"/>
              <a:ext cx="285436" cy="285436"/>
            </a:xfrm>
            <a:prstGeom prst="rtTriangle">
              <a:avLst/>
            </a:prstGeom>
            <a:solidFill>
              <a:srgbClr val="1B43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471825" y="981953"/>
            <a:ext cx="2612576" cy="1741718"/>
            <a:chOff x="3471825" y="1020053"/>
            <a:chExt cx="2612576" cy="1741718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1825" y="1020053"/>
              <a:ext cx="2612576" cy="1741718"/>
            </a:xfrm>
            <a:prstGeom prst="rect">
              <a:avLst/>
            </a:prstGeom>
          </p:spPr>
        </p:pic>
        <p:sp>
          <p:nvSpPr>
            <p:cNvPr id="6" name="直角三角形 5"/>
            <p:cNvSpPr/>
            <p:nvPr/>
          </p:nvSpPr>
          <p:spPr>
            <a:xfrm>
              <a:off x="3471825" y="2476335"/>
              <a:ext cx="285436" cy="285436"/>
            </a:xfrm>
            <a:prstGeom prst="rtTriangle">
              <a:avLst/>
            </a:prstGeom>
            <a:solidFill>
              <a:srgbClr val="1B43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直角三角形 11"/>
            <p:cNvSpPr/>
            <p:nvPr/>
          </p:nvSpPr>
          <p:spPr>
            <a:xfrm flipH="1">
              <a:off x="5798965" y="2476335"/>
              <a:ext cx="285436" cy="285436"/>
            </a:xfrm>
            <a:prstGeom prst="rtTriangle">
              <a:avLst/>
            </a:prstGeom>
            <a:solidFill>
              <a:srgbClr val="1B43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614543" y="3188235"/>
            <a:ext cx="835496" cy="563504"/>
            <a:chOff x="7136928" y="1074209"/>
            <a:chExt cx="835496" cy="563504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7200899" y="1238250"/>
              <a:ext cx="771525" cy="0"/>
            </a:xfrm>
            <a:prstGeom prst="line">
              <a:avLst/>
            </a:prstGeom>
            <a:ln w="19050">
              <a:solidFill>
                <a:srgbClr val="6BA6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rot="2700000">
              <a:off x="7132362" y="1403713"/>
              <a:ext cx="468000" cy="0"/>
            </a:xfrm>
            <a:prstGeom prst="line">
              <a:avLst/>
            </a:prstGeom>
            <a:ln w="19050">
              <a:solidFill>
                <a:srgbClr val="6BA6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rot="18900000" flipV="1">
              <a:off x="7136928" y="1074209"/>
              <a:ext cx="468000" cy="0"/>
            </a:xfrm>
            <a:prstGeom prst="line">
              <a:avLst/>
            </a:prstGeom>
            <a:ln w="19050">
              <a:solidFill>
                <a:srgbClr val="6BA6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矩形 21"/>
          <p:cNvSpPr/>
          <p:nvPr/>
        </p:nvSpPr>
        <p:spPr>
          <a:xfrm>
            <a:off x="3543184" y="3759036"/>
            <a:ext cx="2469858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1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请在此处添加正文，根据需要调整字体与字号，建议采用两端对齐形式。</a:t>
            </a:r>
          </a:p>
        </p:txBody>
      </p:sp>
      <p:grpSp>
        <p:nvGrpSpPr>
          <p:cNvPr id="23" name="组合 22"/>
          <p:cNvGrpSpPr/>
          <p:nvPr/>
        </p:nvGrpSpPr>
        <p:grpSpPr>
          <a:xfrm flipH="1">
            <a:off x="2493611" y="1212676"/>
            <a:ext cx="835496" cy="563504"/>
            <a:chOff x="7136928" y="1074209"/>
            <a:chExt cx="835496" cy="563504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7200899" y="1238250"/>
              <a:ext cx="771525" cy="0"/>
            </a:xfrm>
            <a:prstGeom prst="line">
              <a:avLst/>
            </a:prstGeom>
            <a:ln w="19050">
              <a:solidFill>
                <a:srgbClr val="6BA6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rot="2700000">
              <a:off x="7132362" y="1403713"/>
              <a:ext cx="468000" cy="0"/>
            </a:xfrm>
            <a:prstGeom prst="line">
              <a:avLst/>
            </a:prstGeom>
            <a:ln w="19050">
              <a:solidFill>
                <a:srgbClr val="6BA6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rot="18900000" flipV="1">
              <a:off x="7136928" y="1074209"/>
              <a:ext cx="468000" cy="0"/>
            </a:xfrm>
            <a:prstGeom prst="line">
              <a:avLst/>
            </a:prstGeom>
            <a:ln w="19050">
              <a:solidFill>
                <a:srgbClr val="6BA6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矩形 26"/>
          <p:cNvSpPr/>
          <p:nvPr/>
        </p:nvSpPr>
        <p:spPr>
          <a:xfrm>
            <a:off x="859249" y="1852812"/>
            <a:ext cx="2469858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1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请在此处添加正文，根据需要调整字体与字号，建议采用两端对齐形式。</a:t>
            </a:r>
          </a:p>
        </p:txBody>
      </p:sp>
      <p:grpSp>
        <p:nvGrpSpPr>
          <p:cNvPr id="28" name="组合 27"/>
          <p:cNvGrpSpPr/>
          <p:nvPr/>
        </p:nvGrpSpPr>
        <p:grpSpPr>
          <a:xfrm rot="16200000">
            <a:off x="6405753" y="1881453"/>
            <a:ext cx="835496" cy="563504"/>
            <a:chOff x="7136928" y="1074209"/>
            <a:chExt cx="835496" cy="563504"/>
          </a:xfrm>
        </p:grpSpPr>
        <p:cxnSp>
          <p:nvCxnSpPr>
            <p:cNvPr id="29" name="直接连接符 28"/>
            <p:cNvCxnSpPr/>
            <p:nvPr/>
          </p:nvCxnSpPr>
          <p:spPr>
            <a:xfrm>
              <a:off x="7200899" y="1238250"/>
              <a:ext cx="771525" cy="0"/>
            </a:xfrm>
            <a:prstGeom prst="line">
              <a:avLst/>
            </a:prstGeom>
            <a:ln w="19050">
              <a:solidFill>
                <a:srgbClr val="6BA6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rot="2700000">
              <a:off x="7132362" y="1403713"/>
              <a:ext cx="468000" cy="0"/>
            </a:xfrm>
            <a:prstGeom prst="line">
              <a:avLst/>
            </a:prstGeom>
            <a:ln w="19050">
              <a:solidFill>
                <a:srgbClr val="6BA6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rot="18900000" flipV="1">
              <a:off x="7136928" y="1074209"/>
              <a:ext cx="468000" cy="0"/>
            </a:xfrm>
            <a:prstGeom prst="line">
              <a:avLst/>
            </a:prstGeom>
            <a:ln w="19050">
              <a:solidFill>
                <a:srgbClr val="6BA6C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矩形 31"/>
          <p:cNvSpPr/>
          <p:nvPr/>
        </p:nvSpPr>
        <p:spPr>
          <a:xfrm>
            <a:off x="6227119" y="1048060"/>
            <a:ext cx="2469858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100" dirty="0">
                <a:solidFill>
                  <a:srgbClr val="132F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请在此处添加正文，根据需要调整字体与字号，建议采用两端对齐形式。</a:t>
            </a:r>
          </a:p>
        </p:txBody>
      </p:sp>
    </p:spTree>
  </p:cSld>
  <p:clrMapOvr>
    <a:masterClrMapping/>
  </p:clrMapOvr>
  <p:transition spd="med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8" presetID="53" presetClass="entr" presetSubtype="16" fill="hold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2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2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" dur="2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6" presetClass="emph" presetSubtype="0" autoRev="1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24" dur="200" fill="hold"/>
                                            <p:tgtEl>
                                              <p:spTgt spid="23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200"/>
                                </p:stCondLst>
                                <p:childTnLst>
                                  <p:par>
                                    <p:cTn id="26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8" dur="25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1700"/>
                                </p:stCondLst>
                                <p:childTnLst>
                                  <p:par>
                                    <p:cTn id="30" presetID="53" presetClass="entr" presetSubtype="16" fill="hold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2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2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4" dur="2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6" presetClass="emph" presetSubtype="0" autoRev="1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36" dur="200" fill="hold"/>
                                            <p:tgtEl>
                                              <p:spTgt spid="1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7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0" dur="25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1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42" presetID="53" presetClass="entr" presetSubtype="16" fill="hold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4" dur="2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2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6" dur="2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6" presetClass="emph" presetSubtype="0" autoRev="1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48" dur="20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9" fill="hold">
                                <p:stCondLst>
                                  <p:cond delay="3600"/>
                                </p:stCondLst>
                                <p:childTnLst>
                                  <p:par>
                                    <p:cTn id="5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2" dur="25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2" grpId="0"/>
          <p:bldP spid="27" grpId="0"/>
          <p:bldP spid="32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8" presetID="53" presetClass="entr" presetSubtype="16" fill="hold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2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2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" dur="2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6" presetClass="emph" presetSubtype="0" autoRev="1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24" dur="200" fill="hold"/>
                                            <p:tgtEl>
                                              <p:spTgt spid="23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200"/>
                                </p:stCondLst>
                                <p:childTnLst>
                                  <p:par>
                                    <p:cTn id="26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8" dur="25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1700"/>
                                </p:stCondLst>
                                <p:childTnLst>
                                  <p:par>
                                    <p:cTn id="30" presetID="53" presetClass="entr" presetSubtype="16" fill="hold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2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2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4" dur="2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6" presetClass="emph" presetSubtype="0" autoRev="1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36" dur="200" fill="hold"/>
                                            <p:tgtEl>
                                              <p:spTgt spid="1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7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0" dur="25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1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42" presetID="53" presetClass="entr" presetSubtype="16" fill="hold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4" dur="2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2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6" dur="2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6" presetClass="emph" presetSubtype="0" autoRev="1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48" dur="200" fill="hold"/>
                                            <p:tgtEl>
                                              <p:spTgt spid="2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9" fill="hold">
                                <p:stCondLst>
                                  <p:cond delay="3600"/>
                                </p:stCondLst>
                                <p:childTnLst>
                                  <p:par>
                                    <p:cTn id="5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2" dur="25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2" grpId="0"/>
          <p:bldP spid="27" grpId="0"/>
          <p:bldP spid="32" grpId="0"/>
        </p:bldLst>
      </p:timing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933451" y="18128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请在此处添加幻灯片标题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358043" y="3762656"/>
            <a:ext cx="6932394" cy="170525"/>
            <a:chOff x="2405730" y="3425262"/>
            <a:chExt cx="6932394" cy="170525"/>
          </a:xfrm>
          <a:solidFill>
            <a:srgbClr val="1B4367"/>
          </a:solidFill>
        </p:grpSpPr>
        <p:sp>
          <p:nvSpPr>
            <p:cNvPr id="3" name="矩形 2"/>
            <p:cNvSpPr/>
            <p:nvPr/>
          </p:nvSpPr>
          <p:spPr>
            <a:xfrm>
              <a:off x="2405730" y="3474523"/>
              <a:ext cx="6768000" cy="7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等腰三角形 24"/>
            <p:cNvSpPr/>
            <p:nvPr/>
          </p:nvSpPr>
          <p:spPr>
            <a:xfrm rot="5400000">
              <a:off x="9165325" y="3422988"/>
              <a:ext cx="170525" cy="17507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358043" y="2276475"/>
            <a:ext cx="864000" cy="1546926"/>
            <a:chOff x="1329468" y="1943100"/>
            <a:chExt cx="864000" cy="1546926"/>
          </a:xfrm>
        </p:grpSpPr>
        <p:sp>
          <p:nvSpPr>
            <p:cNvPr id="12" name="矩形 11"/>
            <p:cNvSpPr/>
            <p:nvPr/>
          </p:nvSpPr>
          <p:spPr>
            <a:xfrm>
              <a:off x="1329468" y="1943100"/>
              <a:ext cx="288000" cy="1546926"/>
            </a:xfrm>
            <a:prstGeom prst="rect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矩形 36"/>
            <p:cNvSpPr/>
            <p:nvPr/>
          </p:nvSpPr>
          <p:spPr>
            <a:xfrm>
              <a:off x="1617468" y="2505074"/>
              <a:ext cx="288000" cy="984951"/>
            </a:xfrm>
            <a:prstGeom prst="rect">
              <a:avLst/>
            </a:pr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矩形 37"/>
            <p:cNvSpPr/>
            <p:nvPr/>
          </p:nvSpPr>
          <p:spPr>
            <a:xfrm>
              <a:off x="1905468" y="2266026"/>
              <a:ext cx="288000" cy="1224000"/>
            </a:xfrm>
            <a:prstGeom prst="rect">
              <a:avLst/>
            </a:prstGeom>
            <a:solidFill>
              <a:srgbClr val="3E92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2510043" y="2009775"/>
            <a:ext cx="864000" cy="1813626"/>
            <a:chOff x="1329468" y="1676400"/>
            <a:chExt cx="864000" cy="1813626"/>
          </a:xfrm>
        </p:grpSpPr>
        <p:sp>
          <p:nvSpPr>
            <p:cNvPr id="42" name="矩形 41"/>
            <p:cNvSpPr/>
            <p:nvPr/>
          </p:nvSpPr>
          <p:spPr>
            <a:xfrm>
              <a:off x="1329468" y="2086063"/>
              <a:ext cx="288000" cy="1403963"/>
            </a:xfrm>
            <a:prstGeom prst="rect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矩形 42"/>
            <p:cNvSpPr/>
            <p:nvPr/>
          </p:nvSpPr>
          <p:spPr>
            <a:xfrm>
              <a:off x="1617468" y="1676400"/>
              <a:ext cx="288000" cy="1813626"/>
            </a:xfrm>
            <a:prstGeom prst="rect">
              <a:avLst/>
            </a:pr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矩形 43"/>
            <p:cNvSpPr/>
            <p:nvPr/>
          </p:nvSpPr>
          <p:spPr>
            <a:xfrm>
              <a:off x="1905468" y="2505074"/>
              <a:ext cx="288000" cy="984952"/>
            </a:xfrm>
            <a:prstGeom prst="rect">
              <a:avLst/>
            </a:prstGeom>
            <a:solidFill>
              <a:srgbClr val="3E92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3662043" y="1781175"/>
            <a:ext cx="864000" cy="2042226"/>
            <a:chOff x="1329468" y="1447800"/>
            <a:chExt cx="864000" cy="2042226"/>
          </a:xfrm>
        </p:grpSpPr>
        <p:sp>
          <p:nvSpPr>
            <p:cNvPr id="47" name="矩形 46"/>
            <p:cNvSpPr/>
            <p:nvPr/>
          </p:nvSpPr>
          <p:spPr>
            <a:xfrm>
              <a:off x="1329468" y="1447800"/>
              <a:ext cx="288000" cy="2042226"/>
            </a:xfrm>
            <a:prstGeom prst="rect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矩形 51"/>
            <p:cNvSpPr/>
            <p:nvPr/>
          </p:nvSpPr>
          <p:spPr>
            <a:xfrm>
              <a:off x="1617468" y="1943100"/>
              <a:ext cx="288000" cy="1546926"/>
            </a:xfrm>
            <a:prstGeom prst="rect">
              <a:avLst/>
            </a:pr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矩形 52"/>
            <p:cNvSpPr/>
            <p:nvPr/>
          </p:nvSpPr>
          <p:spPr>
            <a:xfrm>
              <a:off x="1905468" y="2266026"/>
              <a:ext cx="288000" cy="1224000"/>
            </a:xfrm>
            <a:prstGeom prst="rect">
              <a:avLst/>
            </a:prstGeom>
            <a:solidFill>
              <a:srgbClr val="3E92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4814043" y="2143125"/>
            <a:ext cx="864000" cy="1680276"/>
            <a:chOff x="1329468" y="1809750"/>
            <a:chExt cx="864000" cy="1680276"/>
          </a:xfrm>
        </p:grpSpPr>
        <p:sp>
          <p:nvSpPr>
            <p:cNvPr id="55" name="矩形 54"/>
            <p:cNvSpPr/>
            <p:nvPr/>
          </p:nvSpPr>
          <p:spPr>
            <a:xfrm>
              <a:off x="1329468" y="2266026"/>
              <a:ext cx="288000" cy="1224000"/>
            </a:xfrm>
            <a:prstGeom prst="rect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矩形 55"/>
            <p:cNvSpPr/>
            <p:nvPr/>
          </p:nvSpPr>
          <p:spPr>
            <a:xfrm>
              <a:off x="1617468" y="2390774"/>
              <a:ext cx="288000" cy="1099251"/>
            </a:xfrm>
            <a:prstGeom prst="rect">
              <a:avLst/>
            </a:pr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矩形 58"/>
            <p:cNvSpPr/>
            <p:nvPr/>
          </p:nvSpPr>
          <p:spPr>
            <a:xfrm>
              <a:off x="1905468" y="1809750"/>
              <a:ext cx="288000" cy="1680276"/>
            </a:xfrm>
            <a:prstGeom prst="rect">
              <a:avLst/>
            </a:prstGeom>
            <a:solidFill>
              <a:srgbClr val="3E92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5966043" y="2293784"/>
            <a:ext cx="864000" cy="1529617"/>
            <a:chOff x="1329468" y="1960409"/>
            <a:chExt cx="864000" cy="1529617"/>
          </a:xfrm>
        </p:grpSpPr>
        <p:sp>
          <p:nvSpPr>
            <p:cNvPr id="71" name="矩形 70"/>
            <p:cNvSpPr/>
            <p:nvPr/>
          </p:nvSpPr>
          <p:spPr>
            <a:xfrm>
              <a:off x="1329468" y="1960409"/>
              <a:ext cx="288000" cy="1529617"/>
            </a:xfrm>
            <a:prstGeom prst="rect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矩形 71"/>
            <p:cNvSpPr/>
            <p:nvPr/>
          </p:nvSpPr>
          <p:spPr>
            <a:xfrm>
              <a:off x="1617468" y="2152559"/>
              <a:ext cx="288000" cy="1337467"/>
            </a:xfrm>
            <a:prstGeom prst="rect">
              <a:avLst/>
            </a:pr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矩形 72"/>
            <p:cNvSpPr/>
            <p:nvPr/>
          </p:nvSpPr>
          <p:spPr>
            <a:xfrm>
              <a:off x="1905468" y="2505074"/>
              <a:ext cx="288000" cy="984952"/>
            </a:xfrm>
            <a:prstGeom prst="rect">
              <a:avLst/>
            </a:prstGeom>
            <a:solidFill>
              <a:srgbClr val="3E92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7118043" y="2009775"/>
            <a:ext cx="864000" cy="1813626"/>
            <a:chOff x="1329468" y="1676400"/>
            <a:chExt cx="864000" cy="1813626"/>
          </a:xfrm>
        </p:grpSpPr>
        <p:sp>
          <p:nvSpPr>
            <p:cNvPr id="75" name="矩形 74"/>
            <p:cNvSpPr/>
            <p:nvPr/>
          </p:nvSpPr>
          <p:spPr>
            <a:xfrm>
              <a:off x="1329468" y="1960409"/>
              <a:ext cx="288000" cy="1529617"/>
            </a:xfrm>
            <a:prstGeom prst="rect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矩形 75"/>
            <p:cNvSpPr/>
            <p:nvPr/>
          </p:nvSpPr>
          <p:spPr>
            <a:xfrm>
              <a:off x="1617468" y="1676400"/>
              <a:ext cx="288000" cy="1813626"/>
            </a:xfrm>
            <a:prstGeom prst="rect">
              <a:avLst/>
            </a:pr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矩形 76"/>
            <p:cNvSpPr/>
            <p:nvPr/>
          </p:nvSpPr>
          <p:spPr>
            <a:xfrm>
              <a:off x="1905468" y="2581274"/>
              <a:ext cx="288000" cy="908751"/>
            </a:xfrm>
            <a:prstGeom prst="rect">
              <a:avLst/>
            </a:prstGeom>
            <a:solidFill>
              <a:srgbClr val="3E92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469033" y="3847917"/>
            <a:ext cx="6402019" cy="369332"/>
            <a:chOff x="1469033" y="3847917"/>
            <a:chExt cx="6402019" cy="369332"/>
          </a:xfrm>
        </p:grpSpPr>
        <p:sp>
          <p:nvSpPr>
            <p:cNvPr id="64" name="矩形 63"/>
            <p:cNvSpPr/>
            <p:nvPr/>
          </p:nvSpPr>
          <p:spPr>
            <a:xfrm>
              <a:off x="1469033" y="3847917"/>
              <a:ext cx="64201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2621033" y="3847917"/>
              <a:ext cx="642019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3773033" y="3847917"/>
              <a:ext cx="642019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矩形 79"/>
            <p:cNvSpPr/>
            <p:nvPr/>
          </p:nvSpPr>
          <p:spPr>
            <a:xfrm>
              <a:off x="4925033" y="3847917"/>
              <a:ext cx="64201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矩形 80"/>
            <p:cNvSpPr/>
            <p:nvPr/>
          </p:nvSpPr>
          <p:spPr>
            <a:xfrm>
              <a:off x="6077033" y="3847917"/>
              <a:ext cx="642019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7229033" y="3847917"/>
              <a:ext cx="64201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347111" y="4373542"/>
            <a:ext cx="2081131" cy="276999"/>
            <a:chOff x="1376767" y="3919794"/>
            <a:chExt cx="2081131" cy="276999"/>
          </a:xfrm>
        </p:grpSpPr>
        <p:sp>
          <p:nvSpPr>
            <p:cNvPr id="84" name="矩形 83"/>
            <p:cNvSpPr/>
            <p:nvPr/>
          </p:nvSpPr>
          <p:spPr>
            <a:xfrm>
              <a:off x="1376767" y="3958281"/>
              <a:ext cx="161925" cy="161925"/>
            </a:xfrm>
            <a:prstGeom prst="rect">
              <a:avLst/>
            </a:prstGeom>
            <a:pattFill prst="smCheck">
              <a:fgClr>
                <a:srgbClr val="2E75B6"/>
              </a:fgClr>
              <a:bgClr>
                <a:schemeClr val="accent1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 84"/>
            <p:cNvSpPr/>
            <p:nvPr/>
          </p:nvSpPr>
          <p:spPr>
            <a:xfrm>
              <a:off x="1538692" y="3919794"/>
              <a:ext cx="191920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spcAft>
                  <a:spcPts val="1200"/>
                </a:spcAft>
              </a:pPr>
              <a:r>
                <a:rPr lang="zh-CN" altLang="en-US" sz="1200" dirty="0">
                  <a:solidFill>
                    <a:srgbClr val="132F4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请在此处添加图例说明</a:t>
              </a: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3474989" y="4373541"/>
            <a:ext cx="2081131" cy="276999"/>
            <a:chOff x="1376767" y="3919794"/>
            <a:chExt cx="2081131" cy="276999"/>
          </a:xfrm>
        </p:grpSpPr>
        <p:sp>
          <p:nvSpPr>
            <p:cNvPr id="87" name="矩形 86"/>
            <p:cNvSpPr/>
            <p:nvPr/>
          </p:nvSpPr>
          <p:spPr>
            <a:xfrm>
              <a:off x="1376767" y="3958281"/>
              <a:ext cx="161925" cy="161925"/>
            </a:xfrm>
            <a:prstGeom prst="rect">
              <a:avLst/>
            </a:prstGeom>
            <a:solidFill>
              <a:srgbClr val="FFC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矩形 87"/>
            <p:cNvSpPr/>
            <p:nvPr/>
          </p:nvSpPr>
          <p:spPr>
            <a:xfrm>
              <a:off x="1538692" y="3919794"/>
              <a:ext cx="191920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spcAft>
                  <a:spcPts val="1200"/>
                </a:spcAft>
              </a:pPr>
              <a:r>
                <a:rPr lang="zh-CN" altLang="en-US" sz="1200" dirty="0">
                  <a:solidFill>
                    <a:srgbClr val="132F4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请在此处添加图例说明</a:t>
              </a: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5601980" y="4373540"/>
            <a:ext cx="2081131" cy="276999"/>
            <a:chOff x="1376767" y="3919794"/>
            <a:chExt cx="2081131" cy="276999"/>
          </a:xfrm>
        </p:grpSpPr>
        <p:sp>
          <p:nvSpPr>
            <p:cNvPr id="90" name="矩形 89"/>
            <p:cNvSpPr/>
            <p:nvPr/>
          </p:nvSpPr>
          <p:spPr>
            <a:xfrm>
              <a:off x="1376767" y="3958281"/>
              <a:ext cx="161925" cy="161925"/>
            </a:xfrm>
            <a:prstGeom prst="rect">
              <a:avLst/>
            </a:prstGeom>
            <a:solidFill>
              <a:srgbClr val="3E92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矩形 90"/>
            <p:cNvSpPr/>
            <p:nvPr/>
          </p:nvSpPr>
          <p:spPr>
            <a:xfrm>
              <a:off x="1538692" y="3919794"/>
              <a:ext cx="191920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spcAft>
                  <a:spcPts val="1200"/>
                </a:spcAft>
              </a:pPr>
              <a:r>
                <a:rPr lang="zh-CN" altLang="en-US" sz="1200" dirty="0">
                  <a:solidFill>
                    <a:srgbClr val="132F4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请在此处添加图例说明</a:t>
              </a: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5409157" y="478839"/>
            <a:ext cx="2899770" cy="1131079"/>
            <a:chOff x="3981450" y="3381866"/>
            <a:chExt cx="2707826" cy="1131079"/>
          </a:xfrm>
        </p:grpSpPr>
        <p:sp>
          <p:nvSpPr>
            <p:cNvPr id="93" name="矩形 92"/>
            <p:cNvSpPr/>
            <p:nvPr/>
          </p:nvSpPr>
          <p:spPr>
            <a:xfrm>
              <a:off x="3981450" y="3658865"/>
              <a:ext cx="2707826" cy="8540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请在此处添加正文，根据需要调整字体与字号，建议采用两端对齐形式。请在此处添加正文，根据需要调整字体与字号。</a:t>
              </a:r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4069140" y="3381866"/>
              <a:ext cx="1451632" cy="276999"/>
            </a:xfrm>
            <a:prstGeom prst="rect">
              <a:avLst/>
            </a:prstGeom>
            <a:solidFill>
              <a:srgbClr val="2E75B6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请在此处添加小标题</a:t>
              </a:r>
            </a:p>
          </p:txBody>
        </p:sp>
      </p:grpSp>
    </p:spTree>
  </p:cSld>
  <p:clrMapOvr>
    <a:masterClrMapping/>
  </p:clrMapOvr>
  <p:transition spd="med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nodeType="withEffect" p14:presetBounceEnd="4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nodeType="withEffect" p14:presetBounceEnd="4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40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nodeType="withEffect" p14:presetBounceEnd="40000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nodeType="withEffect" p14:presetBounceEnd="4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1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2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4" presetID="1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250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37" dur="25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9" presetID="2" presetClass="entr" presetSubtype="4" fill="hold" nodeType="afterEffect" p14:presetBounceEnd="4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1" dur="4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2" dur="4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" presetClass="entr" presetSubtype="4" fill="hold" nodeType="withEffect" p14:presetBounceEnd="40000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5" dur="4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6" dur="4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" presetClass="entr" presetSubtype="4" fill="hold" nodeType="withEffect" p14:presetBounceEnd="40000">
                                      <p:stCondLst>
                                        <p:cond delay="65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9" dur="4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0" dur="4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2250"/>
                                </p:stCondLst>
                                <p:childTnLst>
                                  <p:par>
                                    <p:cTn id="52" presetID="10" presetClass="entr" presetSubtype="0" fill="hold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250"/>
                                            <p:tgtEl>
                                              <p:spTgt spid="9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4" presetID="1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250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37" dur="25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39" presetID="2" presetClass="entr" presetSubtype="4" fill="hold" nodeType="after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1" dur="4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2" dur="4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" presetClass="entr" presetSubtype="4" fill="hold" nodeType="withEffect">
                                      <p:stCondLst>
                                        <p:cond delay="4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4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6" dur="40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" presetClass="entr" presetSubtype="4" fill="hold" nodeType="withEffect">
                                      <p:stCondLst>
                                        <p:cond delay="65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4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4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2250"/>
                                </p:stCondLst>
                                <p:childTnLst>
                                  <p:par>
                                    <p:cTn id="52" presetID="10" presetClass="entr" presetSubtype="0" fill="hold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250"/>
                                            <p:tgtEl>
                                              <p:spTgt spid="9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933451" y="18128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请在此处添加幻灯片标题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405065" y="1109615"/>
            <a:ext cx="1541347" cy="1756057"/>
            <a:chOff x="2736810" y="1198546"/>
            <a:chExt cx="1541347" cy="1756057"/>
          </a:xfrm>
        </p:grpSpPr>
        <p:sp>
          <p:nvSpPr>
            <p:cNvPr id="7" name="椭圆 6"/>
            <p:cNvSpPr/>
            <p:nvPr/>
          </p:nvSpPr>
          <p:spPr>
            <a:xfrm>
              <a:off x="2841483" y="1303219"/>
              <a:ext cx="1332000" cy="1332000"/>
            </a:xfrm>
            <a:prstGeom prst="ellipse">
              <a:avLst/>
            </a:prstGeom>
            <a:solidFill>
              <a:srgbClr val="FFC50D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2736810" y="1198546"/>
              <a:ext cx="1541347" cy="1756057"/>
              <a:chOff x="1106602" y="1333499"/>
              <a:chExt cx="1541347" cy="1756057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1106602" y="1333499"/>
                <a:ext cx="1541347" cy="1541347"/>
              </a:xfrm>
              <a:prstGeom prst="ellipse">
                <a:avLst/>
              </a:prstGeom>
              <a:noFill/>
              <a:ln w="76200">
                <a:solidFill>
                  <a:srgbClr val="1B436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等腰三角形 11"/>
              <p:cNvSpPr/>
              <p:nvPr/>
            </p:nvSpPr>
            <p:spPr>
              <a:xfrm rot="10800000">
                <a:off x="1700985" y="2874845"/>
                <a:ext cx="352579" cy="214711"/>
              </a:xfrm>
              <a:prstGeom prst="triangle">
                <a:avLst/>
              </a:prstGeom>
              <a:solidFill>
                <a:srgbClr val="1B43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" name="文本框 9"/>
            <p:cNvSpPr txBox="1"/>
            <p:nvPr/>
          </p:nvSpPr>
          <p:spPr>
            <a:xfrm>
              <a:off x="3059858" y="1641751"/>
              <a:ext cx="895247" cy="6136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dirty="0">
                  <a:solidFill>
                    <a:srgbClr val="1B43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请在此添加关键字</a:t>
              </a:r>
            </a:p>
          </p:txBody>
        </p:sp>
      </p:grpSp>
      <p:sp>
        <p:nvSpPr>
          <p:cNvPr id="13" name="矩形 12"/>
          <p:cNvSpPr/>
          <p:nvPr/>
        </p:nvSpPr>
        <p:spPr>
          <a:xfrm>
            <a:off x="1338785" y="2903870"/>
            <a:ext cx="1788201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在此处添加正文，根据需要调整字体与字号，建议采用两端对齐形式。请在此处添加正文，根据需要调整字体与字号，建议采用两端对齐形式。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3986290" y="1109615"/>
            <a:ext cx="1541347" cy="1756057"/>
            <a:chOff x="4795643" y="1196943"/>
            <a:chExt cx="1541347" cy="1756057"/>
          </a:xfrm>
        </p:grpSpPr>
        <p:sp>
          <p:nvSpPr>
            <p:cNvPr id="15" name="椭圆 14"/>
            <p:cNvSpPr/>
            <p:nvPr/>
          </p:nvSpPr>
          <p:spPr>
            <a:xfrm>
              <a:off x="4900316" y="1301616"/>
              <a:ext cx="1332000" cy="1332000"/>
            </a:xfrm>
            <a:prstGeom prst="ellipse">
              <a:avLst/>
            </a:prstGeom>
            <a:solidFill>
              <a:srgbClr val="FFC50D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4795643" y="1196943"/>
              <a:ext cx="1541347" cy="1756057"/>
              <a:chOff x="1106602" y="1333499"/>
              <a:chExt cx="1541347" cy="1756057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1106602" y="1333499"/>
                <a:ext cx="1541347" cy="1541347"/>
              </a:xfrm>
              <a:prstGeom prst="ellipse">
                <a:avLst/>
              </a:prstGeom>
              <a:noFill/>
              <a:ln w="76200">
                <a:solidFill>
                  <a:srgbClr val="1B436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等腰三角形 18"/>
              <p:cNvSpPr/>
              <p:nvPr/>
            </p:nvSpPr>
            <p:spPr>
              <a:xfrm rot="10800000">
                <a:off x="1700985" y="2874845"/>
                <a:ext cx="352579" cy="214711"/>
              </a:xfrm>
              <a:prstGeom prst="triangle">
                <a:avLst/>
              </a:prstGeom>
              <a:solidFill>
                <a:srgbClr val="1B43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7" name="文本框 16"/>
            <p:cNvSpPr txBox="1"/>
            <p:nvPr/>
          </p:nvSpPr>
          <p:spPr>
            <a:xfrm>
              <a:off x="5118691" y="1640148"/>
              <a:ext cx="895247" cy="616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dirty="0">
                  <a:solidFill>
                    <a:srgbClr val="1B43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请在此添加关键字</a:t>
              </a:r>
            </a:p>
          </p:txBody>
        </p:sp>
      </p:grpSp>
      <p:sp>
        <p:nvSpPr>
          <p:cNvPr id="20" name="矩形 19"/>
          <p:cNvSpPr/>
          <p:nvPr/>
        </p:nvSpPr>
        <p:spPr>
          <a:xfrm>
            <a:off x="3920010" y="2903870"/>
            <a:ext cx="1788201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在此处添加正文，根据需要调整字体与字号，建议采用两端对齐形式。请在此处添加正文，根据需要调整字体与字号，建议采用两端对齐形式。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6571798" y="1109615"/>
            <a:ext cx="1541347" cy="1756057"/>
            <a:chOff x="6854476" y="1195340"/>
            <a:chExt cx="1541347" cy="1756057"/>
          </a:xfrm>
        </p:grpSpPr>
        <p:sp>
          <p:nvSpPr>
            <p:cNvPr id="22" name="椭圆 21"/>
            <p:cNvSpPr/>
            <p:nvPr/>
          </p:nvSpPr>
          <p:spPr>
            <a:xfrm>
              <a:off x="6959149" y="1300013"/>
              <a:ext cx="1332000" cy="1332000"/>
            </a:xfrm>
            <a:prstGeom prst="ellipse">
              <a:avLst/>
            </a:prstGeom>
            <a:solidFill>
              <a:srgbClr val="FFC50D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6854476" y="1195340"/>
              <a:ext cx="1541347" cy="1756057"/>
              <a:chOff x="1106602" y="1333499"/>
              <a:chExt cx="1541347" cy="1756057"/>
            </a:xfrm>
          </p:grpSpPr>
          <p:sp>
            <p:nvSpPr>
              <p:cNvPr id="25" name="椭圆 24"/>
              <p:cNvSpPr/>
              <p:nvPr/>
            </p:nvSpPr>
            <p:spPr>
              <a:xfrm>
                <a:off x="1106602" y="1333499"/>
                <a:ext cx="1541347" cy="1541347"/>
              </a:xfrm>
              <a:prstGeom prst="ellipse">
                <a:avLst/>
              </a:prstGeom>
              <a:noFill/>
              <a:ln w="76200">
                <a:solidFill>
                  <a:srgbClr val="1B436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等腰三角形 25"/>
              <p:cNvSpPr/>
              <p:nvPr/>
            </p:nvSpPr>
            <p:spPr>
              <a:xfrm rot="10800000">
                <a:off x="1700985" y="2874845"/>
                <a:ext cx="352579" cy="214711"/>
              </a:xfrm>
              <a:prstGeom prst="triangle">
                <a:avLst/>
              </a:prstGeom>
              <a:solidFill>
                <a:srgbClr val="1B43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4" name="文本框 23"/>
            <p:cNvSpPr txBox="1"/>
            <p:nvPr/>
          </p:nvSpPr>
          <p:spPr>
            <a:xfrm>
              <a:off x="7177524" y="1638545"/>
              <a:ext cx="895247" cy="6168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dirty="0">
                  <a:solidFill>
                    <a:srgbClr val="1B43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请在此添加关键字</a:t>
              </a:r>
            </a:p>
          </p:txBody>
        </p:sp>
      </p:grpSp>
      <p:sp>
        <p:nvSpPr>
          <p:cNvPr id="27" name="矩形 26"/>
          <p:cNvSpPr/>
          <p:nvPr/>
        </p:nvSpPr>
        <p:spPr>
          <a:xfrm>
            <a:off x="6505518" y="2903870"/>
            <a:ext cx="1788201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在此处添加正文，根据需要调整字体与字号，建议采用两端对齐形式。请在此处添加正文，根据需要调整字体与字号，建议采用两端对齐形式。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autoRev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11" dur="200" fill="hold"/>
                                        <p:tgtEl>
                                          <p:spTgt spid="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mph" presetSubtype="0" autoRev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animScale>
                                      <p:cBhvr>
                                        <p:cTn id="24" dur="200" fill="hold"/>
                                        <p:tgtEl>
                                          <p:spTgt spid="1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2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mph" presetSubtype="0" autoRev="1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animScale>
                                      <p:cBhvr>
                                        <p:cTn id="37" dur="200" fill="hold"/>
                                        <p:tgtEl>
                                          <p:spTgt spid="2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25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0" grpId="0"/>
      <p:bldP spid="2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933451" y="18128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请在此处添加幻灯片标题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485900" y="1349375"/>
          <a:ext cx="6696076" cy="259588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9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9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92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92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AFCE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AFCE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AFCE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AFCE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AFC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AFCE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AFCE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AFCE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AFCE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AFC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</a:t>
                      </a:r>
                      <a:r>
                        <a:rPr lang="en-US" altLang="zh-CN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AFCE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AFCE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AFCE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AFCE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AFC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2" name="文本框 81"/>
          <p:cNvSpPr txBox="1"/>
          <p:nvPr/>
        </p:nvSpPr>
        <p:spPr>
          <a:xfrm>
            <a:off x="1489521" y="871689"/>
            <a:ext cx="1834704" cy="307777"/>
          </a:xfrm>
          <a:prstGeom prst="rect">
            <a:avLst/>
          </a:prstGeom>
          <a:solidFill>
            <a:srgbClr val="FFC50D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请在此处添加小标题</a:t>
            </a:r>
          </a:p>
        </p:txBody>
      </p:sp>
      <p:sp>
        <p:nvSpPr>
          <p:cNvPr id="84" name="矩形 83"/>
          <p:cNvSpPr/>
          <p:nvPr/>
        </p:nvSpPr>
        <p:spPr>
          <a:xfrm>
            <a:off x="1376955" y="4082388"/>
            <a:ext cx="6852645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请在此处添加正文，根据需要调整字体与字号，建议采用两端对齐形式。请在此处添加正文，根据需要调整字体与字号，建议采用两端对齐形式。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8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933451" y="18128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solidFill>
                  <a:srgbClr val="1B43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请在此处添加幻灯片标题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185720" y="927147"/>
            <a:ext cx="3310080" cy="839063"/>
            <a:chOff x="3443145" y="1121336"/>
            <a:chExt cx="3310080" cy="839063"/>
          </a:xfrm>
        </p:grpSpPr>
        <p:sp>
          <p:nvSpPr>
            <p:cNvPr id="7" name="矩形 6"/>
            <p:cNvSpPr/>
            <p:nvPr/>
          </p:nvSpPr>
          <p:spPr>
            <a:xfrm>
              <a:off x="3566970" y="1360235"/>
              <a:ext cx="3186255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600"/>
                </a:spcAft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在此处添加正文，根据需要调整字体与字号，建议采用两端对齐形式。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443145" y="1121336"/>
              <a:ext cx="14622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rgbClr val="FFC5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●</a:t>
              </a:r>
              <a:r>
                <a:rPr lang="zh-CN" altLang="en-US" sz="1200" b="1" dirty="0">
                  <a:solidFill>
                    <a:srgbClr val="1B43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添加正文小标题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185720" y="1855110"/>
            <a:ext cx="3310080" cy="839063"/>
            <a:chOff x="3443145" y="1121336"/>
            <a:chExt cx="3310080" cy="839063"/>
          </a:xfrm>
        </p:grpSpPr>
        <p:sp>
          <p:nvSpPr>
            <p:cNvPr id="11" name="矩形 10"/>
            <p:cNvSpPr/>
            <p:nvPr/>
          </p:nvSpPr>
          <p:spPr>
            <a:xfrm>
              <a:off x="3566970" y="1360235"/>
              <a:ext cx="3186255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600"/>
                </a:spcAft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在此处添加正文，根据需要调整字体与字号，建议采用两端对齐形式。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443145" y="1121336"/>
              <a:ext cx="14622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rgbClr val="FFC5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●</a:t>
              </a:r>
              <a:r>
                <a:rPr lang="zh-CN" altLang="en-US" sz="1200" b="1" dirty="0">
                  <a:solidFill>
                    <a:srgbClr val="1B43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添加正文小标题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185720" y="2783073"/>
            <a:ext cx="3310080" cy="839063"/>
            <a:chOff x="3443145" y="1121336"/>
            <a:chExt cx="3310080" cy="839063"/>
          </a:xfrm>
        </p:grpSpPr>
        <p:sp>
          <p:nvSpPr>
            <p:cNvPr id="14" name="矩形 13"/>
            <p:cNvSpPr/>
            <p:nvPr/>
          </p:nvSpPr>
          <p:spPr>
            <a:xfrm>
              <a:off x="3566970" y="1360235"/>
              <a:ext cx="3186255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600"/>
                </a:spcAft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在此处添加正文，根据需要调整字体与字号，建议采用两端对齐形式。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443145" y="1121336"/>
              <a:ext cx="14622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rgbClr val="FFC5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●</a:t>
              </a:r>
              <a:r>
                <a:rPr lang="zh-CN" altLang="en-US" sz="1200" b="1" dirty="0">
                  <a:solidFill>
                    <a:srgbClr val="1B43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添加正文小标题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185720" y="3711036"/>
            <a:ext cx="3310080" cy="886127"/>
            <a:chOff x="3443145" y="1121336"/>
            <a:chExt cx="3310080" cy="886127"/>
          </a:xfrm>
        </p:grpSpPr>
        <p:sp>
          <p:nvSpPr>
            <p:cNvPr id="17" name="矩形 16"/>
            <p:cNvSpPr/>
            <p:nvPr/>
          </p:nvSpPr>
          <p:spPr>
            <a:xfrm>
              <a:off x="3566970" y="1360235"/>
              <a:ext cx="3186255" cy="6472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600"/>
                </a:spcAft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亮亮图文旗舰店</a:t>
              </a:r>
            </a:p>
            <a:p>
              <a:pPr>
                <a:lnSpc>
                  <a:spcPct val="150000"/>
                </a:lnSpc>
                <a:spcAft>
                  <a:spcPts val="600"/>
                </a:spcAft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https://liangliangtuwen.tmall.com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443145" y="1121336"/>
              <a:ext cx="14622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rgbClr val="FFC5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●</a:t>
              </a:r>
              <a:r>
                <a:rPr lang="zh-CN" altLang="en-US" sz="1200" b="1" dirty="0">
                  <a:solidFill>
                    <a:srgbClr val="1B43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添加正文小标题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224320" y="927147"/>
            <a:ext cx="3310080" cy="839063"/>
            <a:chOff x="3443145" y="1121336"/>
            <a:chExt cx="3310080" cy="839063"/>
          </a:xfrm>
        </p:grpSpPr>
        <p:sp>
          <p:nvSpPr>
            <p:cNvPr id="20" name="矩形 19"/>
            <p:cNvSpPr/>
            <p:nvPr/>
          </p:nvSpPr>
          <p:spPr>
            <a:xfrm>
              <a:off x="3566970" y="1360235"/>
              <a:ext cx="3186255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600"/>
                </a:spcAft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在此处添加正文，根据需要调整字体与字号，建议采用两端对齐形式。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3443145" y="1121336"/>
              <a:ext cx="14622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rgbClr val="FFC5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●</a:t>
              </a:r>
              <a:r>
                <a:rPr lang="zh-CN" altLang="en-US" sz="1200" b="1" dirty="0">
                  <a:solidFill>
                    <a:srgbClr val="1B43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添加正文小标题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5224320" y="1855110"/>
            <a:ext cx="3310080" cy="839063"/>
            <a:chOff x="3443145" y="1121336"/>
            <a:chExt cx="3310080" cy="839063"/>
          </a:xfrm>
        </p:grpSpPr>
        <p:sp>
          <p:nvSpPr>
            <p:cNvPr id="23" name="矩形 22"/>
            <p:cNvSpPr/>
            <p:nvPr/>
          </p:nvSpPr>
          <p:spPr>
            <a:xfrm>
              <a:off x="3566970" y="1360235"/>
              <a:ext cx="3186255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600"/>
                </a:spcAft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在此处添加正文，根据需要调整字体与字号，建议采用两端对齐形式。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3443145" y="1121336"/>
              <a:ext cx="14622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rgbClr val="FFC5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●</a:t>
              </a:r>
              <a:r>
                <a:rPr lang="zh-CN" altLang="en-US" sz="1200" b="1" dirty="0">
                  <a:solidFill>
                    <a:srgbClr val="1B43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添加正文小标题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224320" y="2783073"/>
            <a:ext cx="3310080" cy="839063"/>
            <a:chOff x="3443145" y="1121336"/>
            <a:chExt cx="3310080" cy="839063"/>
          </a:xfrm>
        </p:grpSpPr>
        <p:sp>
          <p:nvSpPr>
            <p:cNvPr id="26" name="矩形 25"/>
            <p:cNvSpPr/>
            <p:nvPr/>
          </p:nvSpPr>
          <p:spPr>
            <a:xfrm>
              <a:off x="3566970" y="1360235"/>
              <a:ext cx="3186255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600"/>
                </a:spcAft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在此处添加正文，根据需要调整字体与字号，建议采用两端对齐形式。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3443145" y="1121336"/>
              <a:ext cx="14622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rgbClr val="FFC5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●</a:t>
              </a:r>
              <a:r>
                <a:rPr lang="zh-CN" altLang="en-US" sz="1200" b="1" dirty="0">
                  <a:solidFill>
                    <a:srgbClr val="1B43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添加正文小标题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224320" y="3711036"/>
            <a:ext cx="3310080" cy="839063"/>
            <a:chOff x="3443145" y="1121336"/>
            <a:chExt cx="3310080" cy="839063"/>
          </a:xfrm>
        </p:grpSpPr>
        <p:sp>
          <p:nvSpPr>
            <p:cNvPr id="29" name="矩形 28"/>
            <p:cNvSpPr/>
            <p:nvPr/>
          </p:nvSpPr>
          <p:spPr>
            <a:xfrm>
              <a:off x="3566970" y="1360235"/>
              <a:ext cx="3186255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600"/>
                </a:spcAft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在此处添加正文，根据需要调整字体与字号，建议采用两端对齐形式。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3443145" y="1121336"/>
              <a:ext cx="14622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>
                  <a:solidFill>
                    <a:srgbClr val="FFC5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●</a:t>
              </a:r>
              <a:r>
                <a:rPr lang="zh-CN" altLang="en-US" sz="1200" b="1" dirty="0">
                  <a:solidFill>
                    <a:srgbClr val="1B43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添加正文小标题</a:t>
              </a:r>
            </a:p>
          </p:txBody>
        </p:sp>
      </p:grpSp>
    </p:spTree>
  </p:cSld>
  <p:clrMapOvr>
    <a:masterClrMapping/>
  </p:clrMapOvr>
  <p:transition spd="med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 p14:presetBounceEnd="4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nodeType="withEffect" p14:presetBounceEnd="40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 p14:presetBounceEnd="40000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nodeType="withEffect" p14:presetBounceEnd="40000">
                                      <p:stCondLst>
                                        <p:cond delay="16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3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4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nodeType="withEffect" p14:presetBounceEnd="40000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7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8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nodeType="withEffect" p14:presetBounceEnd="40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1" dur="4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2" dur="4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2" fill="hold" nodeType="withEffect" p14:presetBounceEnd="40000">
                                      <p:stCondLst>
                                        <p:cond delay="2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5" dur="4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6" dur="4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fill="hold" nodeType="withEffect">
                                      <p:stCondLst>
                                        <p:cond delay="16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4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4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4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4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2" fill="hold" nodeType="withEffect">
                                      <p:stCondLst>
                                        <p:cond delay="2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4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4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/>
          <p:cNvSpPr txBox="1"/>
          <p:nvPr/>
        </p:nvSpPr>
        <p:spPr>
          <a:xfrm>
            <a:off x="1248726" y="715708"/>
            <a:ext cx="26212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rgbClr val="1B4367"/>
                </a:solidFill>
                <a:latin typeface="方正特雅宋简" panose="02000000000000000000" charset="-122"/>
                <a:ea typeface="方正特雅宋简" panose="02000000000000000000" charset="-122"/>
              </a:rPr>
              <a:t>感谢大家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0" y="1904997"/>
            <a:ext cx="9144000" cy="3238503"/>
            <a:chOff x="0" y="1904997"/>
            <a:chExt cx="9144000" cy="3238503"/>
          </a:xfrm>
        </p:grpSpPr>
        <p:grpSp>
          <p:nvGrpSpPr>
            <p:cNvPr id="2" name="组合 1"/>
            <p:cNvGrpSpPr/>
            <p:nvPr/>
          </p:nvGrpSpPr>
          <p:grpSpPr>
            <a:xfrm>
              <a:off x="0" y="1904997"/>
              <a:ext cx="9144000" cy="3238503"/>
              <a:chOff x="0" y="1904997"/>
              <a:chExt cx="9144000" cy="3238503"/>
            </a:xfrm>
          </p:grpSpPr>
          <p:sp>
            <p:nvSpPr>
              <p:cNvPr id="12" name="任意多边形 11"/>
              <p:cNvSpPr/>
              <p:nvPr/>
            </p:nvSpPr>
            <p:spPr>
              <a:xfrm>
                <a:off x="0" y="1904997"/>
                <a:ext cx="9144000" cy="3238502"/>
              </a:xfrm>
              <a:custGeom>
                <a:avLst/>
                <a:gdLst>
                  <a:gd name="connsiteX0" fmla="*/ 9144000 w 9144000"/>
                  <a:gd name="connsiteY0" fmla="*/ 0 h 3238502"/>
                  <a:gd name="connsiteX1" fmla="*/ 9144000 w 9144000"/>
                  <a:gd name="connsiteY1" fmla="*/ 2120896 h 3238502"/>
                  <a:gd name="connsiteX2" fmla="*/ 9144000 w 9144000"/>
                  <a:gd name="connsiteY2" fmla="*/ 2990851 h 3238502"/>
                  <a:gd name="connsiteX3" fmla="*/ 9144000 w 9144000"/>
                  <a:gd name="connsiteY3" fmla="*/ 3238502 h 3238502"/>
                  <a:gd name="connsiteX4" fmla="*/ 0 w 9144000"/>
                  <a:gd name="connsiteY4" fmla="*/ 3238502 h 3238502"/>
                  <a:gd name="connsiteX5" fmla="*/ 0 w 9144000"/>
                  <a:gd name="connsiteY5" fmla="*/ 2990851 h 3238502"/>
                  <a:gd name="connsiteX6" fmla="*/ 0 w 9144000"/>
                  <a:gd name="connsiteY6" fmla="*/ 2120896 h 3238502"/>
                  <a:gd name="connsiteX7" fmla="*/ 0 w 9144000"/>
                  <a:gd name="connsiteY7" fmla="*/ 643166 h 3238502"/>
                  <a:gd name="connsiteX8" fmla="*/ 1876425 w 9144000"/>
                  <a:gd name="connsiteY8" fmla="*/ 1577316 h 3238502"/>
                  <a:gd name="connsiteX9" fmla="*/ 9144000 w 9144000"/>
                  <a:gd name="connsiteY9" fmla="*/ 0 h 3238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144000" h="3238502">
                    <a:moveTo>
                      <a:pt x="9144000" y="0"/>
                    </a:moveTo>
                    <a:lnTo>
                      <a:pt x="9144000" y="2120896"/>
                    </a:lnTo>
                    <a:lnTo>
                      <a:pt x="9144000" y="2990851"/>
                    </a:lnTo>
                    <a:lnTo>
                      <a:pt x="9144000" y="3238502"/>
                    </a:lnTo>
                    <a:lnTo>
                      <a:pt x="0" y="3238502"/>
                    </a:lnTo>
                    <a:lnTo>
                      <a:pt x="0" y="2990851"/>
                    </a:lnTo>
                    <a:lnTo>
                      <a:pt x="0" y="2120896"/>
                    </a:lnTo>
                    <a:lnTo>
                      <a:pt x="0" y="643166"/>
                    </a:lnTo>
                    <a:cubicBezTo>
                      <a:pt x="711200" y="670351"/>
                      <a:pt x="1327150" y="1191285"/>
                      <a:pt x="1876425" y="1577316"/>
                    </a:cubicBezTo>
                    <a:cubicBezTo>
                      <a:pt x="3003550" y="783505"/>
                      <a:pt x="7092950" y="693631"/>
                      <a:pt x="9144000" y="0"/>
                    </a:cubicBezTo>
                    <a:close/>
                  </a:path>
                </a:pathLst>
              </a:custGeom>
              <a:solidFill>
                <a:srgbClr val="FFC5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0" y="2466974"/>
                <a:ext cx="9144000" cy="2676526"/>
              </a:xfrm>
              <a:custGeom>
                <a:avLst/>
                <a:gdLst>
                  <a:gd name="connsiteX0" fmla="*/ 0 w 9144000"/>
                  <a:gd name="connsiteY0" fmla="*/ 0 h 2486025"/>
                  <a:gd name="connsiteX1" fmla="*/ 9144000 w 9144000"/>
                  <a:gd name="connsiteY1" fmla="*/ 0 h 2486025"/>
                  <a:gd name="connsiteX2" fmla="*/ 9144000 w 9144000"/>
                  <a:gd name="connsiteY2" fmla="*/ 2486025 h 2486025"/>
                  <a:gd name="connsiteX3" fmla="*/ 0 w 9144000"/>
                  <a:gd name="connsiteY3" fmla="*/ 2486025 h 2486025"/>
                  <a:gd name="connsiteX4" fmla="*/ 0 w 9144000"/>
                  <a:gd name="connsiteY4" fmla="*/ 0 h 2486025"/>
                  <a:gd name="connsiteX0-1" fmla="*/ 0 w 9144000"/>
                  <a:gd name="connsiteY0-2" fmla="*/ 9525 h 2495550"/>
                  <a:gd name="connsiteX1-3" fmla="*/ 2438400 w 9144000"/>
                  <a:gd name="connsiteY1-4" fmla="*/ 0 h 2495550"/>
                  <a:gd name="connsiteX2-5" fmla="*/ 9144000 w 9144000"/>
                  <a:gd name="connsiteY2-6" fmla="*/ 9525 h 2495550"/>
                  <a:gd name="connsiteX3-7" fmla="*/ 9144000 w 9144000"/>
                  <a:gd name="connsiteY3-8" fmla="*/ 2495550 h 2495550"/>
                  <a:gd name="connsiteX4-9" fmla="*/ 0 w 9144000"/>
                  <a:gd name="connsiteY4-10" fmla="*/ 2495550 h 2495550"/>
                  <a:gd name="connsiteX5" fmla="*/ 0 w 9144000"/>
                  <a:gd name="connsiteY5" fmla="*/ 9525 h 2495550"/>
                  <a:gd name="connsiteX0-11" fmla="*/ 0 w 9144000"/>
                  <a:gd name="connsiteY0-12" fmla="*/ 0 h 2486025"/>
                  <a:gd name="connsiteX1-13" fmla="*/ 2533650 w 9144000"/>
                  <a:gd name="connsiteY1-14" fmla="*/ 781050 h 2486025"/>
                  <a:gd name="connsiteX2-15" fmla="*/ 9144000 w 9144000"/>
                  <a:gd name="connsiteY2-16" fmla="*/ 0 h 2486025"/>
                  <a:gd name="connsiteX3-17" fmla="*/ 9144000 w 9144000"/>
                  <a:gd name="connsiteY3-18" fmla="*/ 2486025 h 2486025"/>
                  <a:gd name="connsiteX4-19" fmla="*/ 0 w 9144000"/>
                  <a:gd name="connsiteY4-20" fmla="*/ 2486025 h 2486025"/>
                  <a:gd name="connsiteX5-21" fmla="*/ 0 w 9144000"/>
                  <a:gd name="connsiteY5-22" fmla="*/ 0 h 2486025"/>
                  <a:gd name="connsiteX0-23" fmla="*/ 0 w 9144000"/>
                  <a:gd name="connsiteY0-24" fmla="*/ 0 h 2486025"/>
                  <a:gd name="connsiteX1-25" fmla="*/ 2533650 w 9144000"/>
                  <a:gd name="connsiteY1-26" fmla="*/ 781050 h 2486025"/>
                  <a:gd name="connsiteX2-27" fmla="*/ 9144000 w 9144000"/>
                  <a:gd name="connsiteY2-28" fmla="*/ 0 h 2486025"/>
                  <a:gd name="connsiteX3-29" fmla="*/ 9144000 w 9144000"/>
                  <a:gd name="connsiteY3-30" fmla="*/ 2486025 h 2486025"/>
                  <a:gd name="connsiteX4-31" fmla="*/ 0 w 9144000"/>
                  <a:gd name="connsiteY4-32" fmla="*/ 2486025 h 2486025"/>
                  <a:gd name="connsiteX5-33" fmla="*/ 0 w 9144000"/>
                  <a:gd name="connsiteY5-34" fmla="*/ 0 h 2486025"/>
                  <a:gd name="connsiteX0-35" fmla="*/ 0 w 9144000"/>
                  <a:gd name="connsiteY0-36" fmla="*/ 0 h 2486025"/>
                  <a:gd name="connsiteX1-37" fmla="*/ 2533650 w 9144000"/>
                  <a:gd name="connsiteY1-38" fmla="*/ 781050 h 2486025"/>
                  <a:gd name="connsiteX2-39" fmla="*/ 9144000 w 9144000"/>
                  <a:gd name="connsiteY2-40" fmla="*/ 0 h 2486025"/>
                  <a:gd name="connsiteX3-41" fmla="*/ 9144000 w 9144000"/>
                  <a:gd name="connsiteY3-42" fmla="*/ 2486025 h 2486025"/>
                  <a:gd name="connsiteX4-43" fmla="*/ 0 w 9144000"/>
                  <a:gd name="connsiteY4-44" fmla="*/ 2486025 h 2486025"/>
                  <a:gd name="connsiteX5-45" fmla="*/ 0 w 9144000"/>
                  <a:gd name="connsiteY5-46" fmla="*/ 0 h 2486025"/>
                  <a:gd name="connsiteX0-47" fmla="*/ 0 w 9144000"/>
                  <a:gd name="connsiteY0-48" fmla="*/ 0 h 2486025"/>
                  <a:gd name="connsiteX1-49" fmla="*/ 2533650 w 9144000"/>
                  <a:gd name="connsiteY1-50" fmla="*/ 781050 h 2486025"/>
                  <a:gd name="connsiteX2-51" fmla="*/ 9144000 w 9144000"/>
                  <a:gd name="connsiteY2-52" fmla="*/ 0 h 2486025"/>
                  <a:gd name="connsiteX3-53" fmla="*/ 9144000 w 9144000"/>
                  <a:gd name="connsiteY3-54" fmla="*/ 2486025 h 2486025"/>
                  <a:gd name="connsiteX4-55" fmla="*/ 0 w 9144000"/>
                  <a:gd name="connsiteY4-56" fmla="*/ 2486025 h 2486025"/>
                  <a:gd name="connsiteX5-57" fmla="*/ 0 w 9144000"/>
                  <a:gd name="connsiteY5-58" fmla="*/ 0 h 2486025"/>
                  <a:gd name="connsiteX0-59" fmla="*/ 0 w 9144000"/>
                  <a:gd name="connsiteY0-60" fmla="*/ 10385 h 2496410"/>
                  <a:gd name="connsiteX1-61" fmla="*/ 2533650 w 9144000"/>
                  <a:gd name="connsiteY1-62" fmla="*/ 791435 h 2496410"/>
                  <a:gd name="connsiteX2-63" fmla="*/ 9144000 w 9144000"/>
                  <a:gd name="connsiteY2-64" fmla="*/ 10385 h 2496410"/>
                  <a:gd name="connsiteX3-65" fmla="*/ 9144000 w 9144000"/>
                  <a:gd name="connsiteY3-66" fmla="*/ 2496410 h 2496410"/>
                  <a:gd name="connsiteX4-67" fmla="*/ 0 w 9144000"/>
                  <a:gd name="connsiteY4-68" fmla="*/ 2496410 h 2496410"/>
                  <a:gd name="connsiteX5-69" fmla="*/ 0 w 9144000"/>
                  <a:gd name="connsiteY5-70" fmla="*/ 10385 h 2496410"/>
                  <a:gd name="connsiteX0-71" fmla="*/ 0 w 9144000"/>
                  <a:gd name="connsiteY0-72" fmla="*/ 36523 h 2522548"/>
                  <a:gd name="connsiteX1-73" fmla="*/ 2533650 w 9144000"/>
                  <a:gd name="connsiteY1-74" fmla="*/ 817573 h 2522548"/>
                  <a:gd name="connsiteX2-75" fmla="*/ 9144000 w 9144000"/>
                  <a:gd name="connsiteY2-76" fmla="*/ 36523 h 2522548"/>
                  <a:gd name="connsiteX3-77" fmla="*/ 9144000 w 9144000"/>
                  <a:gd name="connsiteY3-78" fmla="*/ 2522548 h 2522548"/>
                  <a:gd name="connsiteX4-79" fmla="*/ 0 w 9144000"/>
                  <a:gd name="connsiteY4-80" fmla="*/ 2522548 h 2522548"/>
                  <a:gd name="connsiteX5-81" fmla="*/ 0 w 9144000"/>
                  <a:gd name="connsiteY5-82" fmla="*/ 36523 h 2522548"/>
                  <a:gd name="connsiteX0-83" fmla="*/ 0 w 9144000"/>
                  <a:gd name="connsiteY0-84" fmla="*/ 503092 h 2989117"/>
                  <a:gd name="connsiteX1-85" fmla="*/ 2533650 w 9144000"/>
                  <a:gd name="connsiteY1-86" fmla="*/ 1284142 h 2989117"/>
                  <a:gd name="connsiteX2-87" fmla="*/ 9144000 w 9144000"/>
                  <a:gd name="connsiteY2-88" fmla="*/ 7792 h 2989117"/>
                  <a:gd name="connsiteX3-89" fmla="*/ 9144000 w 9144000"/>
                  <a:gd name="connsiteY3-90" fmla="*/ 2989117 h 2989117"/>
                  <a:gd name="connsiteX4-91" fmla="*/ 0 w 9144000"/>
                  <a:gd name="connsiteY4-92" fmla="*/ 2989117 h 2989117"/>
                  <a:gd name="connsiteX5-93" fmla="*/ 0 w 9144000"/>
                  <a:gd name="connsiteY5-94" fmla="*/ 503092 h 2989117"/>
                  <a:gd name="connsiteX0-95" fmla="*/ 0 w 9144000"/>
                  <a:gd name="connsiteY0-96" fmla="*/ 496452 h 2982477"/>
                  <a:gd name="connsiteX1-97" fmla="*/ 2533650 w 9144000"/>
                  <a:gd name="connsiteY1-98" fmla="*/ 1277502 h 2982477"/>
                  <a:gd name="connsiteX2-99" fmla="*/ 9144000 w 9144000"/>
                  <a:gd name="connsiteY2-100" fmla="*/ 1152 h 2982477"/>
                  <a:gd name="connsiteX3-101" fmla="*/ 9144000 w 9144000"/>
                  <a:gd name="connsiteY3-102" fmla="*/ 2982477 h 2982477"/>
                  <a:gd name="connsiteX4-103" fmla="*/ 0 w 9144000"/>
                  <a:gd name="connsiteY4-104" fmla="*/ 2982477 h 2982477"/>
                  <a:gd name="connsiteX5-105" fmla="*/ 0 w 9144000"/>
                  <a:gd name="connsiteY5-106" fmla="*/ 496452 h 2982477"/>
                  <a:gd name="connsiteX0-107" fmla="*/ 0 w 9144000"/>
                  <a:gd name="connsiteY0-108" fmla="*/ 496428 h 2982453"/>
                  <a:gd name="connsiteX1-109" fmla="*/ 2533650 w 9144000"/>
                  <a:gd name="connsiteY1-110" fmla="*/ 1277478 h 2982453"/>
                  <a:gd name="connsiteX2-111" fmla="*/ 9144000 w 9144000"/>
                  <a:gd name="connsiteY2-112" fmla="*/ 1128 h 2982453"/>
                  <a:gd name="connsiteX3-113" fmla="*/ 9144000 w 9144000"/>
                  <a:gd name="connsiteY3-114" fmla="*/ 2982453 h 2982453"/>
                  <a:gd name="connsiteX4-115" fmla="*/ 0 w 9144000"/>
                  <a:gd name="connsiteY4-116" fmla="*/ 2982453 h 2982453"/>
                  <a:gd name="connsiteX5-117" fmla="*/ 0 w 9144000"/>
                  <a:gd name="connsiteY5-118" fmla="*/ 496428 h 2982453"/>
                  <a:gd name="connsiteX0-119" fmla="*/ 0 w 9144000"/>
                  <a:gd name="connsiteY0-120" fmla="*/ 496428 h 2982453"/>
                  <a:gd name="connsiteX1-121" fmla="*/ 2533650 w 9144000"/>
                  <a:gd name="connsiteY1-122" fmla="*/ 1277478 h 2982453"/>
                  <a:gd name="connsiteX2-123" fmla="*/ 9144000 w 9144000"/>
                  <a:gd name="connsiteY2-124" fmla="*/ 1128 h 2982453"/>
                  <a:gd name="connsiteX3-125" fmla="*/ 9144000 w 9144000"/>
                  <a:gd name="connsiteY3-126" fmla="*/ 2982453 h 2982453"/>
                  <a:gd name="connsiteX4-127" fmla="*/ 0 w 9144000"/>
                  <a:gd name="connsiteY4-128" fmla="*/ 2982453 h 2982453"/>
                  <a:gd name="connsiteX5-129" fmla="*/ 0 w 9144000"/>
                  <a:gd name="connsiteY5-130" fmla="*/ 496428 h 2982453"/>
                  <a:gd name="connsiteX0-131" fmla="*/ 0 w 9144000"/>
                  <a:gd name="connsiteY0-132" fmla="*/ 496428 h 2982453"/>
                  <a:gd name="connsiteX1-133" fmla="*/ 2533650 w 9144000"/>
                  <a:gd name="connsiteY1-134" fmla="*/ 1277478 h 2982453"/>
                  <a:gd name="connsiteX2-135" fmla="*/ 9144000 w 9144000"/>
                  <a:gd name="connsiteY2-136" fmla="*/ 1128 h 2982453"/>
                  <a:gd name="connsiteX3-137" fmla="*/ 9144000 w 9144000"/>
                  <a:gd name="connsiteY3-138" fmla="*/ 2982453 h 2982453"/>
                  <a:gd name="connsiteX4-139" fmla="*/ 0 w 9144000"/>
                  <a:gd name="connsiteY4-140" fmla="*/ 2982453 h 2982453"/>
                  <a:gd name="connsiteX5-141" fmla="*/ 0 w 9144000"/>
                  <a:gd name="connsiteY5-142" fmla="*/ 496428 h 2982453"/>
                  <a:gd name="connsiteX0-143" fmla="*/ 0 w 9144000"/>
                  <a:gd name="connsiteY0-144" fmla="*/ 496428 h 2982453"/>
                  <a:gd name="connsiteX1-145" fmla="*/ 2533650 w 9144000"/>
                  <a:gd name="connsiteY1-146" fmla="*/ 1277478 h 2982453"/>
                  <a:gd name="connsiteX2-147" fmla="*/ 9144000 w 9144000"/>
                  <a:gd name="connsiteY2-148" fmla="*/ 1128 h 2982453"/>
                  <a:gd name="connsiteX3-149" fmla="*/ 9144000 w 9144000"/>
                  <a:gd name="connsiteY3-150" fmla="*/ 2982453 h 2982453"/>
                  <a:gd name="connsiteX4-151" fmla="*/ 0 w 9144000"/>
                  <a:gd name="connsiteY4-152" fmla="*/ 2982453 h 2982453"/>
                  <a:gd name="connsiteX5-153" fmla="*/ 0 w 9144000"/>
                  <a:gd name="connsiteY5-154" fmla="*/ 496428 h 2982453"/>
                  <a:gd name="connsiteX0-155" fmla="*/ 0 w 9144000"/>
                  <a:gd name="connsiteY0-156" fmla="*/ 496428 h 2982453"/>
                  <a:gd name="connsiteX1-157" fmla="*/ 2533650 w 9144000"/>
                  <a:gd name="connsiteY1-158" fmla="*/ 1277478 h 2982453"/>
                  <a:gd name="connsiteX2-159" fmla="*/ 9144000 w 9144000"/>
                  <a:gd name="connsiteY2-160" fmla="*/ 1128 h 2982453"/>
                  <a:gd name="connsiteX3-161" fmla="*/ 9144000 w 9144000"/>
                  <a:gd name="connsiteY3-162" fmla="*/ 2982453 h 2982453"/>
                  <a:gd name="connsiteX4-163" fmla="*/ 0 w 9144000"/>
                  <a:gd name="connsiteY4-164" fmla="*/ 2982453 h 2982453"/>
                  <a:gd name="connsiteX5-165" fmla="*/ 0 w 9144000"/>
                  <a:gd name="connsiteY5-166" fmla="*/ 496428 h 2982453"/>
                  <a:gd name="connsiteX0-167" fmla="*/ 0 w 9144000"/>
                  <a:gd name="connsiteY0-168" fmla="*/ 496428 h 2982453"/>
                  <a:gd name="connsiteX1-169" fmla="*/ 2533650 w 9144000"/>
                  <a:gd name="connsiteY1-170" fmla="*/ 1277478 h 2982453"/>
                  <a:gd name="connsiteX2-171" fmla="*/ 9144000 w 9144000"/>
                  <a:gd name="connsiteY2-172" fmla="*/ 1128 h 2982453"/>
                  <a:gd name="connsiteX3-173" fmla="*/ 9144000 w 9144000"/>
                  <a:gd name="connsiteY3-174" fmla="*/ 2982453 h 2982453"/>
                  <a:gd name="connsiteX4-175" fmla="*/ 0 w 9144000"/>
                  <a:gd name="connsiteY4-176" fmla="*/ 2982453 h 2982453"/>
                  <a:gd name="connsiteX5-177" fmla="*/ 0 w 9144000"/>
                  <a:gd name="connsiteY5-178" fmla="*/ 496428 h 2982453"/>
                  <a:gd name="connsiteX0-179" fmla="*/ 0 w 9144000"/>
                  <a:gd name="connsiteY0-180" fmla="*/ 496428 h 2982453"/>
                  <a:gd name="connsiteX1-181" fmla="*/ 2533650 w 9144000"/>
                  <a:gd name="connsiteY1-182" fmla="*/ 1277478 h 2982453"/>
                  <a:gd name="connsiteX2-183" fmla="*/ 9144000 w 9144000"/>
                  <a:gd name="connsiteY2-184" fmla="*/ 1128 h 2982453"/>
                  <a:gd name="connsiteX3-185" fmla="*/ 9144000 w 9144000"/>
                  <a:gd name="connsiteY3-186" fmla="*/ 2982453 h 2982453"/>
                  <a:gd name="connsiteX4-187" fmla="*/ 0 w 9144000"/>
                  <a:gd name="connsiteY4-188" fmla="*/ 2982453 h 2982453"/>
                  <a:gd name="connsiteX5-189" fmla="*/ 0 w 9144000"/>
                  <a:gd name="connsiteY5-190" fmla="*/ 496428 h 2982453"/>
                  <a:gd name="connsiteX0-191" fmla="*/ 0 w 9144000"/>
                  <a:gd name="connsiteY0-192" fmla="*/ 496099 h 2982124"/>
                  <a:gd name="connsiteX1-193" fmla="*/ 2533650 w 9144000"/>
                  <a:gd name="connsiteY1-194" fmla="*/ 1277149 h 2982124"/>
                  <a:gd name="connsiteX2-195" fmla="*/ 9144000 w 9144000"/>
                  <a:gd name="connsiteY2-196" fmla="*/ 799 h 2982124"/>
                  <a:gd name="connsiteX3-197" fmla="*/ 9144000 w 9144000"/>
                  <a:gd name="connsiteY3-198" fmla="*/ 2982124 h 2982124"/>
                  <a:gd name="connsiteX4-199" fmla="*/ 0 w 9144000"/>
                  <a:gd name="connsiteY4-200" fmla="*/ 2982124 h 2982124"/>
                  <a:gd name="connsiteX5-201" fmla="*/ 0 w 9144000"/>
                  <a:gd name="connsiteY5-202" fmla="*/ 496099 h 2982124"/>
                  <a:gd name="connsiteX0-203" fmla="*/ 0 w 9144000"/>
                  <a:gd name="connsiteY0-204" fmla="*/ 496099 h 2982124"/>
                  <a:gd name="connsiteX1-205" fmla="*/ 2105025 w 9144000"/>
                  <a:gd name="connsiteY1-206" fmla="*/ 1277149 h 2982124"/>
                  <a:gd name="connsiteX2-207" fmla="*/ 9144000 w 9144000"/>
                  <a:gd name="connsiteY2-208" fmla="*/ 799 h 2982124"/>
                  <a:gd name="connsiteX3-209" fmla="*/ 9144000 w 9144000"/>
                  <a:gd name="connsiteY3-210" fmla="*/ 2982124 h 2982124"/>
                  <a:gd name="connsiteX4-211" fmla="*/ 0 w 9144000"/>
                  <a:gd name="connsiteY4-212" fmla="*/ 2982124 h 2982124"/>
                  <a:gd name="connsiteX5-213" fmla="*/ 0 w 9144000"/>
                  <a:gd name="connsiteY5-214" fmla="*/ 496099 h 2982124"/>
                  <a:gd name="connsiteX0-215" fmla="*/ 0 w 9144000"/>
                  <a:gd name="connsiteY0-216" fmla="*/ 496099 h 2982124"/>
                  <a:gd name="connsiteX1-217" fmla="*/ 2105025 w 9144000"/>
                  <a:gd name="connsiteY1-218" fmla="*/ 1277149 h 2982124"/>
                  <a:gd name="connsiteX2-219" fmla="*/ 9144000 w 9144000"/>
                  <a:gd name="connsiteY2-220" fmla="*/ 799 h 2982124"/>
                  <a:gd name="connsiteX3-221" fmla="*/ 9144000 w 9144000"/>
                  <a:gd name="connsiteY3-222" fmla="*/ 2982124 h 2982124"/>
                  <a:gd name="connsiteX4-223" fmla="*/ 0 w 9144000"/>
                  <a:gd name="connsiteY4-224" fmla="*/ 2982124 h 2982124"/>
                  <a:gd name="connsiteX5-225" fmla="*/ 0 w 9144000"/>
                  <a:gd name="connsiteY5-226" fmla="*/ 496099 h 2982124"/>
                  <a:gd name="connsiteX0-227" fmla="*/ 0 w 9144000"/>
                  <a:gd name="connsiteY0-228" fmla="*/ 496099 h 2982124"/>
                  <a:gd name="connsiteX1-229" fmla="*/ 2105025 w 9144000"/>
                  <a:gd name="connsiteY1-230" fmla="*/ 1277149 h 2982124"/>
                  <a:gd name="connsiteX2-231" fmla="*/ 9144000 w 9144000"/>
                  <a:gd name="connsiteY2-232" fmla="*/ 799 h 2982124"/>
                  <a:gd name="connsiteX3-233" fmla="*/ 9144000 w 9144000"/>
                  <a:gd name="connsiteY3-234" fmla="*/ 2982124 h 2982124"/>
                  <a:gd name="connsiteX4-235" fmla="*/ 0 w 9144000"/>
                  <a:gd name="connsiteY4-236" fmla="*/ 2982124 h 2982124"/>
                  <a:gd name="connsiteX5-237" fmla="*/ 0 w 9144000"/>
                  <a:gd name="connsiteY5-238" fmla="*/ 496099 h 2982124"/>
                  <a:gd name="connsiteX0-239" fmla="*/ 0 w 9144000"/>
                  <a:gd name="connsiteY0-240" fmla="*/ 496180 h 2982205"/>
                  <a:gd name="connsiteX1-241" fmla="*/ 1876425 w 9144000"/>
                  <a:gd name="connsiteY1-242" fmla="*/ 1220080 h 2982205"/>
                  <a:gd name="connsiteX2-243" fmla="*/ 9144000 w 9144000"/>
                  <a:gd name="connsiteY2-244" fmla="*/ 880 h 2982205"/>
                  <a:gd name="connsiteX3-245" fmla="*/ 9144000 w 9144000"/>
                  <a:gd name="connsiteY3-246" fmla="*/ 2982205 h 2982205"/>
                  <a:gd name="connsiteX4-247" fmla="*/ 0 w 9144000"/>
                  <a:gd name="connsiteY4-248" fmla="*/ 2982205 h 2982205"/>
                  <a:gd name="connsiteX5-249" fmla="*/ 0 w 9144000"/>
                  <a:gd name="connsiteY5-250" fmla="*/ 496180 h 2982205"/>
                  <a:gd name="connsiteX0-251" fmla="*/ 0 w 9144000"/>
                  <a:gd name="connsiteY0-252" fmla="*/ 496180 h 2982205"/>
                  <a:gd name="connsiteX1-253" fmla="*/ 1876425 w 9144000"/>
                  <a:gd name="connsiteY1-254" fmla="*/ 1220080 h 2982205"/>
                  <a:gd name="connsiteX2-255" fmla="*/ 9144000 w 9144000"/>
                  <a:gd name="connsiteY2-256" fmla="*/ 880 h 2982205"/>
                  <a:gd name="connsiteX3-257" fmla="*/ 9144000 w 9144000"/>
                  <a:gd name="connsiteY3-258" fmla="*/ 2982205 h 2982205"/>
                  <a:gd name="connsiteX4-259" fmla="*/ 0 w 9144000"/>
                  <a:gd name="connsiteY4-260" fmla="*/ 2982205 h 2982205"/>
                  <a:gd name="connsiteX5-261" fmla="*/ 0 w 9144000"/>
                  <a:gd name="connsiteY5-262" fmla="*/ 496180 h 2982205"/>
                  <a:gd name="connsiteX0-263" fmla="*/ 0 w 9144000"/>
                  <a:gd name="connsiteY0-264" fmla="*/ 496180 h 2982205"/>
                  <a:gd name="connsiteX1-265" fmla="*/ 1876425 w 9144000"/>
                  <a:gd name="connsiteY1-266" fmla="*/ 1220080 h 2982205"/>
                  <a:gd name="connsiteX2-267" fmla="*/ 9144000 w 9144000"/>
                  <a:gd name="connsiteY2-268" fmla="*/ 880 h 2982205"/>
                  <a:gd name="connsiteX3-269" fmla="*/ 9144000 w 9144000"/>
                  <a:gd name="connsiteY3-270" fmla="*/ 2982205 h 2982205"/>
                  <a:gd name="connsiteX4-271" fmla="*/ 0 w 9144000"/>
                  <a:gd name="connsiteY4-272" fmla="*/ 2982205 h 2982205"/>
                  <a:gd name="connsiteX5-273" fmla="*/ 0 w 9144000"/>
                  <a:gd name="connsiteY5-274" fmla="*/ 496180 h 2982205"/>
                  <a:gd name="connsiteX0-275" fmla="*/ 0 w 9144000"/>
                  <a:gd name="connsiteY0-276" fmla="*/ 495300 h 2981325"/>
                  <a:gd name="connsiteX1-277" fmla="*/ 1876425 w 9144000"/>
                  <a:gd name="connsiteY1-278" fmla="*/ 1219200 h 2981325"/>
                  <a:gd name="connsiteX2-279" fmla="*/ 9144000 w 9144000"/>
                  <a:gd name="connsiteY2-280" fmla="*/ 0 h 2981325"/>
                  <a:gd name="connsiteX3-281" fmla="*/ 9144000 w 9144000"/>
                  <a:gd name="connsiteY3-282" fmla="*/ 2981325 h 2981325"/>
                  <a:gd name="connsiteX4-283" fmla="*/ 0 w 9144000"/>
                  <a:gd name="connsiteY4-284" fmla="*/ 2981325 h 2981325"/>
                  <a:gd name="connsiteX5-285" fmla="*/ 0 w 9144000"/>
                  <a:gd name="connsiteY5-286" fmla="*/ 495300 h 2981325"/>
                  <a:gd name="connsiteX0-287" fmla="*/ 0 w 9144000"/>
                  <a:gd name="connsiteY0-288" fmla="*/ 495300 h 2981325"/>
                  <a:gd name="connsiteX1-289" fmla="*/ 1876425 w 9144000"/>
                  <a:gd name="connsiteY1-290" fmla="*/ 1219200 h 2981325"/>
                  <a:gd name="connsiteX2-291" fmla="*/ 9144000 w 9144000"/>
                  <a:gd name="connsiteY2-292" fmla="*/ 0 h 2981325"/>
                  <a:gd name="connsiteX3-293" fmla="*/ 9144000 w 9144000"/>
                  <a:gd name="connsiteY3-294" fmla="*/ 2981325 h 2981325"/>
                  <a:gd name="connsiteX4-295" fmla="*/ 0 w 9144000"/>
                  <a:gd name="connsiteY4-296" fmla="*/ 2981325 h 2981325"/>
                  <a:gd name="connsiteX5-297" fmla="*/ 0 w 9144000"/>
                  <a:gd name="connsiteY5-298" fmla="*/ 495300 h 2981325"/>
                  <a:gd name="connsiteX0-299" fmla="*/ 0 w 9144000"/>
                  <a:gd name="connsiteY0-300" fmla="*/ 495300 h 2981325"/>
                  <a:gd name="connsiteX1-301" fmla="*/ 1876425 w 9144000"/>
                  <a:gd name="connsiteY1-302" fmla="*/ 1219200 h 2981325"/>
                  <a:gd name="connsiteX2-303" fmla="*/ 9144000 w 9144000"/>
                  <a:gd name="connsiteY2-304" fmla="*/ 0 h 2981325"/>
                  <a:gd name="connsiteX3-305" fmla="*/ 9144000 w 9144000"/>
                  <a:gd name="connsiteY3-306" fmla="*/ 2981325 h 2981325"/>
                  <a:gd name="connsiteX4-307" fmla="*/ 0 w 9144000"/>
                  <a:gd name="connsiteY4-308" fmla="*/ 2981325 h 2981325"/>
                  <a:gd name="connsiteX5-309" fmla="*/ 0 w 9144000"/>
                  <a:gd name="connsiteY5-310" fmla="*/ 495300 h 2981325"/>
                  <a:gd name="connsiteX0-311" fmla="*/ 0 w 9144000"/>
                  <a:gd name="connsiteY0-312" fmla="*/ 495300 h 2981325"/>
                  <a:gd name="connsiteX1-313" fmla="*/ 1876425 w 9144000"/>
                  <a:gd name="connsiteY1-314" fmla="*/ 1219200 h 2981325"/>
                  <a:gd name="connsiteX2-315" fmla="*/ 9144000 w 9144000"/>
                  <a:gd name="connsiteY2-316" fmla="*/ 0 h 2981325"/>
                  <a:gd name="connsiteX3-317" fmla="*/ 9144000 w 9144000"/>
                  <a:gd name="connsiteY3-318" fmla="*/ 2981325 h 2981325"/>
                  <a:gd name="connsiteX4-319" fmla="*/ 0 w 9144000"/>
                  <a:gd name="connsiteY4-320" fmla="*/ 2981325 h 2981325"/>
                  <a:gd name="connsiteX5-321" fmla="*/ 0 w 9144000"/>
                  <a:gd name="connsiteY5-322" fmla="*/ 495300 h 2981325"/>
                  <a:gd name="connsiteX0-323" fmla="*/ 0 w 9144000"/>
                  <a:gd name="connsiteY0-324" fmla="*/ 495300 h 2981325"/>
                  <a:gd name="connsiteX1-325" fmla="*/ 1876425 w 9144000"/>
                  <a:gd name="connsiteY1-326" fmla="*/ 1219200 h 2981325"/>
                  <a:gd name="connsiteX2-327" fmla="*/ 9144000 w 9144000"/>
                  <a:gd name="connsiteY2-328" fmla="*/ 0 h 2981325"/>
                  <a:gd name="connsiteX3-329" fmla="*/ 9144000 w 9144000"/>
                  <a:gd name="connsiteY3-330" fmla="*/ 2981325 h 2981325"/>
                  <a:gd name="connsiteX4-331" fmla="*/ 0 w 9144000"/>
                  <a:gd name="connsiteY4-332" fmla="*/ 2981325 h 2981325"/>
                  <a:gd name="connsiteX5-333" fmla="*/ 0 w 9144000"/>
                  <a:gd name="connsiteY5-334" fmla="*/ 495300 h 2981325"/>
                  <a:gd name="connsiteX0-335" fmla="*/ 0 w 9144000"/>
                  <a:gd name="connsiteY0-336" fmla="*/ 639916 h 3125941"/>
                  <a:gd name="connsiteX1-337" fmla="*/ 1876425 w 9144000"/>
                  <a:gd name="connsiteY1-338" fmla="*/ 1363816 h 3125941"/>
                  <a:gd name="connsiteX2-339" fmla="*/ 9134475 w 9144000"/>
                  <a:gd name="connsiteY2-340" fmla="*/ 0 h 3125941"/>
                  <a:gd name="connsiteX3-341" fmla="*/ 9144000 w 9144000"/>
                  <a:gd name="connsiteY3-342" fmla="*/ 3125941 h 3125941"/>
                  <a:gd name="connsiteX4-343" fmla="*/ 0 w 9144000"/>
                  <a:gd name="connsiteY4-344" fmla="*/ 3125941 h 3125941"/>
                  <a:gd name="connsiteX5-345" fmla="*/ 0 w 9144000"/>
                  <a:gd name="connsiteY5-346" fmla="*/ 639916 h 3125941"/>
                  <a:gd name="connsiteX0-347" fmla="*/ 0 w 9144000"/>
                  <a:gd name="connsiteY0-348" fmla="*/ 639916 h 3125941"/>
                  <a:gd name="connsiteX1-349" fmla="*/ 1876425 w 9144000"/>
                  <a:gd name="connsiteY1-350" fmla="*/ 1363816 h 3125941"/>
                  <a:gd name="connsiteX2-351" fmla="*/ 9144000 w 9144000"/>
                  <a:gd name="connsiteY2-352" fmla="*/ 0 h 3125941"/>
                  <a:gd name="connsiteX3-353" fmla="*/ 9144000 w 9144000"/>
                  <a:gd name="connsiteY3-354" fmla="*/ 3125941 h 3125941"/>
                  <a:gd name="connsiteX4-355" fmla="*/ 0 w 9144000"/>
                  <a:gd name="connsiteY4-356" fmla="*/ 3125941 h 3125941"/>
                  <a:gd name="connsiteX5-357" fmla="*/ 0 w 9144000"/>
                  <a:gd name="connsiteY5-358" fmla="*/ 639916 h 312594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21" y="connsiteY5-22"/>
                  </a:cxn>
                </a:cxnLst>
                <a:rect l="l" t="t" r="r" b="b"/>
                <a:pathLst>
                  <a:path w="9144000" h="3125941">
                    <a:moveTo>
                      <a:pt x="0" y="639916"/>
                    </a:moveTo>
                    <a:cubicBezTo>
                      <a:pt x="711200" y="671666"/>
                      <a:pt x="1327150" y="912966"/>
                      <a:pt x="1876425" y="1363816"/>
                    </a:cubicBezTo>
                    <a:cubicBezTo>
                      <a:pt x="3003550" y="436716"/>
                      <a:pt x="7226300" y="365125"/>
                      <a:pt x="9144000" y="0"/>
                    </a:cubicBezTo>
                    <a:lnTo>
                      <a:pt x="9144000" y="3125941"/>
                    </a:lnTo>
                    <a:lnTo>
                      <a:pt x="0" y="3125941"/>
                    </a:lnTo>
                    <a:lnTo>
                      <a:pt x="0" y="63991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任意多边形 9"/>
              <p:cNvSpPr/>
              <p:nvPr/>
            </p:nvSpPr>
            <p:spPr>
              <a:xfrm>
                <a:off x="0" y="2781300"/>
                <a:ext cx="9144000" cy="2362199"/>
              </a:xfrm>
              <a:custGeom>
                <a:avLst/>
                <a:gdLst>
                  <a:gd name="connsiteX0" fmla="*/ 9144000 w 9144000"/>
                  <a:gd name="connsiteY0" fmla="*/ 0 h 2235210"/>
                  <a:gd name="connsiteX1" fmla="*/ 9144000 w 9144000"/>
                  <a:gd name="connsiteY1" fmla="*/ 2235210 h 2235210"/>
                  <a:gd name="connsiteX2" fmla="*/ 0 w 9144000"/>
                  <a:gd name="connsiteY2" fmla="*/ 2235210 h 2235210"/>
                  <a:gd name="connsiteX3" fmla="*/ 0 w 9144000"/>
                  <a:gd name="connsiteY3" fmla="*/ 338366 h 2235210"/>
                  <a:gd name="connsiteX4" fmla="*/ 1876425 w 9144000"/>
                  <a:gd name="connsiteY4" fmla="*/ 862941 h 2235210"/>
                  <a:gd name="connsiteX5" fmla="*/ 9144000 w 9144000"/>
                  <a:gd name="connsiteY5" fmla="*/ 0 h 2235210"/>
                  <a:gd name="connsiteX0-1" fmla="*/ 9144000 w 9144000"/>
                  <a:gd name="connsiteY0-2" fmla="*/ 0 h 2301885"/>
                  <a:gd name="connsiteX1-3" fmla="*/ 9144000 w 9144000"/>
                  <a:gd name="connsiteY1-4" fmla="*/ 2301885 h 2301885"/>
                  <a:gd name="connsiteX2-5" fmla="*/ 0 w 9144000"/>
                  <a:gd name="connsiteY2-6" fmla="*/ 2301885 h 2301885"/>
                  <a:gd name="connsiteX3-7" fmla="*/ 0 w 9144000"/>
                  <a:gd name="connsiteY3-8" fmla="*/ 405041 h 2301885"/>
                  <a:gd name="connsiteX4-9" fmla="*/ 1876425 w 9144000"/>
                  <a:gd name="connsiteY4-10" fmla="*/ 929616 h 2301885"/>
                  <a:gd name="connsiteX5-11" fmla="*/ 9144000 w 9144000"/>
                  <a:gd name="connsiteY5-12" fmla="*/ 0 h 2301885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</a:cxnLst>
                <a:rect l="l" t="t" r="r" b="b"/>
                <a:pathLst>
                  <a:path w="9144000" h="2301885">
                    <a:moveTo>
                      <a:pt x="9144000" y="0"/>
                    </a:moveTo>
                    <a:lnTo>
                      <a:pt x="9144000" y="2301885"/>
                    </a:lnTo>
                    <a:lnTo>
                      <a:pt x="0" y="2301885"/>
                    </a:lnTo>
                    <a:lnTo>
                      <a:pt x="0" y="405041"/>
                    </a:lnTo>
                    <a:cubicBezTo>
                      <a:pt x="711200" y="432226"/>
                      <a:pt x="1327150" y="543584"/>
                      <a:pt x="1876425" y="929616"/>
                    </a:cubicBezTo>
                    <a:cubicBezTo>
                      <a:pt x="3003550" y="135805"/>
                      <a:pt x="7226300" y="312631"/>
                      <a:pt x="9144000" y="0"/>
                    </a:cubicBezTo>
                    <a:close/>
                  </a:path>
                </a:pathLst>
              </a:custGeom>
              <a:solidFill>
                <a:srgbClr val="1B43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任意多边形 25"/>
              <p:cNvSpPr/>
              <p:nvPr/>
            </p:nvSpPr>
            <p:spPr>
              <a:xfrm>
                <a:off x="0" y="2943225"/>
                <a:ext cx="9144000" cy="2200275"/>
              </a:xfrm>
              <a:custGeom>
                <a:avLst/>
                <a:gdLst>
                  <a:gd name="connsiteX0" fmla="*/ 9144000 w 9144000"/>
                  <a:gd name="connsiteY0" fmla="*/ 0 h 2235210"/>
                  <a:gd name="connsiteX1" fmla="*/ 9144000 w 9144000"/>
                  <a:gd name="connsiteY1" fmla="*/ 2235210 h 2235210"/>
                  <a:gd name="connsiteX2" fmla="*/ 0 w 9144000"/>
                  <a:gd name="connsiteY2" fmla="*/ 2235210 h 2235210"/>
                  <a:gd name="connsiteX3" fmla="*/ 0 w 9144000"/>
                  <a:gd name="connsiteY3" fmla="*/ 338366 h 2235210"/>
                  <a:gd name="connsiteX4" fmla="*/ 1876425 w 9144000"/>
                  <a:gd name="connsiteY4" fmla="*/ 862941 h 2235210"/>
                  <a:gd name="connsiteX5" fmla="*/ 9144000 w 9144000"/>
                  <a:gd name="connsiteY5" fmla="*/ 0 h 2235210"/>
                  <a:gd name="connsiteX0-1" fmla="*/ 9144000 w 9144000"/>
                  <a:gd name="connsiteY0-2" fmla="*/ 0 h 2301885"/>
                  <a:gd name="connsiteX1-3" fmla="*/ 9144000 w 9144000"/>
                  <a:gd name="connsiteY1-4" fmla="*/ 2301885 h 2301885"/>
                  <a:gd name="connsiteX2-5" fmla="*/ 0 w 9144000"/>
                  <a:gd name="connsiteY2-6" fmla="*/ 2301885 h 2301885"/>
                  <a:gd name="connsiteX3-7" fmla="*/ 0 w 9144000"/>
                  <a:gd name="connsiteY3-8" fmla="*/ 405041 h 2301885"/>
                  <a:gd name="connsiteX4-9" fmla="*/ 1876425 w 9144000"/>
                  <a:gd name="connsiteY4-10" fmla="*/ 929616 h 2301885"/>
                  <a:gd name="connsiteX5-11" fmla="*/ 9144000 w 9144000"/>
                  <a:gd name="connsiteY5-12" fmla="*/ 0 h 2301885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</a:cxnLst>
                <a:rect l="l" t="t" r="r" b="b"/>
                <a:pathLst>
                  <a:path w="9144000" h="2301885">
                    <a:moveTo>
                      <a:pt x="9144000" y="0"/>
                    </a:moveTo>
                    <a:lnTo>
                      <a:pt x="9144000" y="2301885"/>
                    </a:lnTo>
                    <a:lnTo>
                      <a:pt x="0" y="2301885"/>
                    </a:lnTo>
                    <a:lnTo>
                      <a:pt x="0" y="405041"/>
                    </a:lnTo>
                    <a:cubicBezTo>
                      <a:pt x="711200" y="432226"/>
                      <a:pt x="1327150" y="543584"/>
                      <a:pt x="1876425" y="929616"/>
                    </a:cubicBezTo>
                    <a:cubicBezTo>
                      <a:pt x="3003550" y="135805"/>
                      <a:pt x="7226300" y="312631"/>
                      <a:pt x="9144000" y="0"/>
                    </a:cubicBezTo>
                    <a:close/>
                  </a:path>
                </a:pathLst>
              </a:custGeom>
              <a:pattFill prst="smCheck">
                <a:fgClr>
                  <a:srgbClr val="2E75B6"/>
                </a:fgClr>
                <a:bgClr>
                  <a:schemeClr val="accent1">
                    <a:lumMod val="50000"/>
                  </a:schemeClr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泪滴形 26"/>
              <p:cNvSpPr/>
              <p:nvPr/>
            </p:nvSpPr>
            <p:spPr>
              <a:xfrm rot="18900000">
                <a:off x="1495425" y="3929871"/>
                <a:ext cx="739758" cy="739758"/>
              </a:xfrm>
              <a:prstGeom prst="teardrop">
                <a:avLst/>
              </a:prstGeom>
              <a:solidFill>
                <a:srgbClr val="1B43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Group 38"/>
            <p:cNvGrpSpPr/>
            <p:nvPr/>
          </p:nvGrpSpPr>
          <p:grpSpPr>
            <a:xfrm>
              <a:off x="1614243" y="4101898"/>
              <a:ext cx="471732" cy="335751"/>
              <a:chOff x="5326857" y="2779521"/>
              <a:chExt cx="2283619" cy="2167129"/>
            </a:xfrm>
            <a:solidFill>
              <a:srgbClr val="2E75B6"/>
            </a:solidFill>
          </p:grpSpPr>
          <p:sp>
            <p:nvSpPr>
              <p:cNvPr id="43" name="Freeform 45"/>
              <p:cNvSpPr/>
              <p:nvPr/>
            </p:nvSpPr>
            <p:spPr>
              <a:xfrm>
                <a:off x="5326857" y="3228975"/>
                <a:ext cx="1147085" cy="1083469"/>
              </a:xfrm>
              <a:custGeom>
                <a:avLst/>
                <a:gdLst>
                  <a:gd name="connsiteX0" fmla="*/ 1090612 w 1147085"/>
                  <a:gd name="connsiteY0" fmla="*/ 0 h 1083469"/>
                  <a:gd name="connsiteX1" fmla="*/ 1147085 w 1147085"/>
                  <a:gd name="connsiteY1" fmla="*/ 460567 h 1083469"/>
                  <a:gd name="connsiteX2" fmla="*/ 1078295 w 1147085"/>
                  <a:gd name="connsiteY2" fmla="*/ 504743 h 1083469"/>
                  <a:gd name="connsiteX3" fmla="*/ 1025237 w 1147085"/>
                  <a:gd name="connsiteY3" fmla="*/ 72025 h 1083469"/>
                  <a:gd name="connsiteX4" fmla="*/ 79622 w 1147085"/>
                  <a:gd name="connsiteY4" fmla="*/ 171129 h 1083469"/>
                  <a:gd name="connsiteX5" fmla="*/ 186985 w 1147085"/>
                  <a:gd name="connsiteY5" fmla="*/ 990798 h 1083469"/>
                  <a:gd name="connsiteX6" fmla="*/ 186985 w 1147085"/>
                  <a:gd name="connsiteY6" fmla="*/ 1011445 h 1083469"/>
                  <a:gd name="connsiteX7" fmla="*/ 977729 w 1147085"/>
                  <a:gd name="connsiteY7" fmla="*/ 857154 h 1083469"/>
                  <a:gd name="connsiteX8" fmla="*/ 977729 w 1147085"/>
                  <a:gd name="connsiteY8" fmla="*/ 916854 h 1083469"/>
                  <a:gd name="connsiteX9" fmla="*/ 123825 w 1147085"/>
                  <a:gd name="connsiteY9" fmla="*/ 1083469 h 1083469"/>
                  <a:gd name="connsiteX10" fmla="*/ 0 w 1147085"/>
                  <a:gd name="connsiteY10" fmla="*/ 114300 h 1083469"/>
                  <a:gd name="connsiteX11" fmla="*/ 1090612 w 1147085"/>
                  <a:gd name="connsiteY11" fmla="*/ 0 h 1083469"/>
                  <a:gd name="connsiteX0-1" fmla="*/ 1090612 w 1147085"/>
                  <a:gd name="connsiteY0-2" fmla="*/ 0 h 1083469"/>
                  <a:gd name="connsiteX1-3" fmla="*/ 1147085 w 1147085"/>
                  <a:gd name="connsiteY1-4" fmla="*/ 460567 h 1083469"/>
                  <a:gd name="connsiteX2-5" fmla="*/ 1078295 w 1147085"/>
                  <a:gd name="connsiteY2-6" fmla="*/ 504743 h 1083469"/>
                  <a:gd name="connsiteX3-7" fmla="*/ 1025237 w 1147085"/>
                  <a:gd name="connsiteY3-8" fmla="*/ 72025 h 1083469"/>
                  <a:gd name="connsiteX4-9" fmla="*/ 79622 w 1147085"/>
                  <a:gd name="connsiteY4-10" fmla="*/ 171129 h 1083469"/>
                  <a:gd name="connsiteX5-11" fmla="*/ 186985 w 1147085"/>
                  <a:gd name="connsiteY5-12" fmla="*/ 1011445 h 1083469"/>
                  <a:gd name="connsiteX6-13" fmla="*/ 977729 w 1147085"/>
                  <a:gd name="connsiteY6-14" fmla="*/ 857154 h 1083469"/>
                  <a:gd name="connsiteX7-15" fmla="*/ 977729 w 1147085"/>
                  <a:gd name="connsiteY7-16" fmla="*/ 916854 h 1083469"/>
                  <a:gd name="connsiteX8-17" fmla="*/ 123825 w 1147085"/>
                  <a:gd name="connsiteY8-18" fmla="*/ 1083469 h 1083469"/>
                  <a:gd name="connsiteX9-19" fmla="*/ 0 w 1147085"/>
                  <a:gd name="connsiteY9-20" fmla="*/ 114300 h 1083469"/>
                  <a:gd name="connsiteX10-21" fmla="*/ 1090612 w 1147085"/>
                  <a:gd name="connsiteY10-22" fmla="*/ 0 h 108346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</a:cxnLst>
                <a:rect l="l" t="t" r="r" b="b"/>
                <a:pathLst>
                  <a:path w="1147085" h="1083469">
                    <a:moveTo>
                      <a:pt x="1090612" y="0"/>
                    </a:moveTo>
                    <a:lnTo>
                      <a:pt x="1147085" y="460567"/>
                    </a:lnTo>
                    <a:cubicBezTo>
                      <a:pt x="1121629" y="471368"/>
                      <a:pt x="1098257" y="486098"/>
                      <a:pt x="1078295" y="504743"/>
                    </a:cubicBezTo>
                    <a:lnTo>
                      <a:pt x="1025237" y="72025"/>
                    </a:lnTo>
                    <a:lnTo>
                      <a:pt x="79622" y="171129"/>
                    </a:lnTo>
                    <a:lnTo>
                      <a:pt x="186985" y="1011445"/>
                    </a:lnTo>
                    <a:lnTo>
                      <a:pt x="977729" y="857154"/>
                    </a:lnTo>
                    <a:lnTo>
                      <a:pt x="977729" y="916854"/>
                    </a:lnTo>
                    <a:lnTo>
                      <a:pt x="123825" y="1083469"/>
                    </a:lnTo>
                    <a:lnTo>
                      <a:pt x="0" y="114300"/>
                    </a:lnTo>
                    <a:lnTo>
                      <a:pt x="1090612" y="0"/>
                    </a:lnTo>
                    <a:close/>
                  </a:path>
                </a:pathLst>
              </a:custGeom>
              <a:grpFill/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91436" tIns="45718" rIns="91436" bIns="45718" numCol="1" rtlCol="0" anchor="ctr" anchorCtr="0" compatLnSpc="1"/>
              <a:lstStyle/>
              <a:p>
                <a:pPr algn="ctr" defTabSz="68516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44" name="Oval 23"/>
              <p:cNvSpPr/>
              <p:nvPr/>
            </p:nvSpPr>
            <p:spPr bwMode="auto">
              <a:xfrm>
                <a:off x="5472973" y="4217016"/>
                <a:ext cx="831613" cy="515322"/>
              </a:xfrm>
              <a:custGeom>
                <a:avLst/>
                <a:gdLst/>
                <a:ahLst/>
                <a:cxnLst/>
                <a:rect l="l" t="t" r="r" b="b"/>
                <a:pathLst>
                  <a:path w="831613" h="515322">
                    <a:moveTo>
                      <a:pt x="656506" y="0"/>
                    </a:moveTo>
                    <a:cubicBezTo>
                      <a:pt x="722980" y="12459"/>
                      <a:pt x="782484" y="33487"/>
                      <a:pt x="831613" y="60220"/>
                    </a:cubicBezTo>
                    <a:lnTo>
                      <a:pt x="831613" y="156807"/>
                    </a:lnTo>
                    <a:lnTo>
                      <a:pt x="790343" y="156807"/>
                    </a:lnTo>
                    <a:cubicBezTo>
                      <a:pt x="689578" y="156807"/>
                      <a:pt x="607892" y="247187"/>
                      <a:pt x="607892" y="358678"/>
                    </a:cubicBezTo>
                    <a:cubicBezTo>
                      <a:pt x="607892" y="412735"/>
                      <a:pt x="627095" y="461830"/>
                      <a:pt x="658968" y="497546"/>
                    </a:cubicBezTo>
                    <a:cubicBezTo>
                      <a:pt x="605816" y="509342"/>
                      <a:pt x="548050" y="515322"/>
                      <a:pt x="487726" y="515322"/>
                    </a:cubicBezTo>
                    <a:cubicBezTo>
                      <a:pt x="218362" y="515322"/>
                      <a:pt x="0" y="396081"/>
                      <a:pt x="0" y="248990"/>
                    </a:cubicBezTo>
                    <a:cubicBezTo>
                      <a:pt x="0" y="198934"/>
                      <a:pt x="25288" y="152104"/>
                      <a:pt x="70263" y="113194"/>
                    </a:cubicBezTo>
                    <a:close/>
                  </a:path>
                </a:pathLst>
              </a:custGeom>
              <a:grpFill/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91436" tIns="45718" rIns="91436" bIns="45718" numCol="1" rtlCol="0" anchor="ctr" anchorCtr="0" compatLnSpc="1"/>
              <a:lstStyle/>
              <a:p>
                <a:pPr algn="ctr" defTabSz="68516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45" name="Rounded Rectangle 13"/>
              <p:cNvSpPr/>
              <p:nvPr/>
            </p:nvSpPr>
            <p:spPr bwMode="auto">
              <a:xfrm>
                <a:off x="6127748" y="3705225"/>
                <a:ext cx="1375518" cy="1241425"/>
              </a:xfrm>
              <a:custGeom>
                <a:avLst/>
                <a:gdLst/>
                <a:ahLst/>
                <a:cxnLst/>
                <a:rect l="l" t="t" r="r" b="b"/>
                <a:pathLst>
                  <a:path w="1375518" h="1241425">
                    <a:moveTo>
                      <a:pt x="880211" y="0"/>
                    </a:moveTo>
                    <a:lnTo>
                      <a:pt x="1125002" y="0"/>
                    </a:lnTo>
                    <a:cubicBezTo>
                      <a:pt x="1202113" y="0"/>
                      <a:pt x="1271265" y="34077"/>
                      <a:pt x="1317403" y="88704"/>
                    </a:cubicBezTo>
                    <a:cubicBezTo>
                      <a:pt x="1244331" y="103169"/>
                      <a:pt x="1190628" y="168346"/>
                      <a:pt x="1190628" y="246066"/>
                    </a:cubicBezTo>
                    <a:lnTo>
                      <a:pt x="1190628" y="708029"/>
                    </a:lnTo>
                    <a:lnTo>
                      <a:pt x="929175" y="708029"/>
                    </a:lnTo>
                    <a:lnTo>
                      <a:pt x="803618" y="172438"/>
                    </a:lnTo>
                    <a:close/>
                    <a:moveTo>
                      <a:pt x="481554" y="0"/>
                    </a:moveTo>
                    <a:lnTo>
                      <a:pt x="726347" y="0"/>
                    </a:lnTo>
                    <a:lnTo>
                      <a:pt x="802940" y="172436"/>
                    </a:lnTo>
                    <a:lnTo>
                      <a:pt x="674361" y="720915"/>
                    </a:lnTo>
                    <a:cubicBezTo>
                      <a:pt x="614856" y="745801"/>
                      <a:pt x="573090" y="804586"/>
                      <a:pt x="573090" y="873128"/>
                    </a:cubicBezTo>
                    <a:cubicBezTo>
                      <a:pt x="573090" y="964310"/>
                      <a:pt x="647007" y="1038227"/>
                      <a:pt x="738189" y="1038227"/>
                    </a:cubicBezTo>
                    <a:lnTo>
                      <a:pt x="1375518" y="1038227"/>
                    </a:lnTo>
                    <a:cubicBezTo>
                      <a:pt x="1351252" y="1154299"/>
                      <a:pt x="1248302" y="1241425"/>
                      <a:pt x="1125002" y="1241425"/>
                    </a:cubicBezTo>
                    <a:lnTo>
                      <a:pt x="481554" y="1241425"/>
                    </a:lnTo>
                    <a:cubicBezTo>
                      <a:pt x="358254" y="1241425"/>
                      <a:pt x="255302" y="1154298"/>
                      <a:pt x="231037" y="1038224"/>
                    </a:cubicBezTo>
                    <a:lnTo>
                      <a:pt x="165099" y="1038224"/>
                    </a:lnTo>
                    <a:cubicBezTo>
                      <a:pt x="73917" y="1038224"/>
                      <a:pt x="0" y="964307"/>
                      <a:pt x="0" y="873125"/>
                    </a:cubicBezTo>
                    <a:cubicBezTo>
                      <a:pt x="0" y="781943"/>
                      <a:pt x="73917" y="708026"/>
                      <a:pt x="165099" y="708026"/>
                    </a:cubicBezTo>
                    <a:lnTo>
                      <a:pt x="225428" y="708026"/>
                    </a:lnTo>
                    <a:lnTo>
                      <a:pt x="225428" y="256126"/>
                    </a:lnTo>
                    <a:cubicBezTo>
                      <a:pt x="225428" y="114672"/>
                      <a:pt x="340100" y="0"/>
                      <a:pt x="481554" y="0"/>
                    </a:cubicBezTo>
                    <a:close/>
                  </a:path>
                </a:pathLst>
              </a:custGeom>
              <a:grpFill/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91436" tIns="45718" rIns="91436" bIns="45718" numCol="1" rtlCol="0" anchor="ctr" anchorCtr="0" compatLnSpc="1"/>
              <a:lstStyle/>
              <a:p>
                <a:pPr algn="ctr" defTabSz="68516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46" name="Oval 57"/>
              <p:cNvSpPr/>
              <p:nvPr/>
            </p:nvSpPr>
            <p:spPr bwMode="auto">
              <a:xfrm>
                <a:off x="6524624" y="2779521"/>
                <a:ext cx="835025" cy="835025"/>
              </a:xfrm>
              <a:prstGeom prst="ellipse">
                <a:avLst/>
              </a:prstGeom>
              <a:grpFill/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91436" tIns="45718" rIns="91436" bIns="45718" numCol="1" rtlCol="0" anchor="ctr" anchorCtr="0" compatLnSpc="1"/>
              <a:lstStyle/>
              <a:p>
                <a:pPr algn="ctr" defTabSz="68516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47" name="Rounded Rectangle 14"/>
              <p:cNvSpPr/>
              <p:nvPr/>
            </p:nvSpPr>
            <p:spPr bwMode="auto">
              <a:xfrm>
                <a:off x="6740522" y="3829050"/>
                <a:ext cx="869954" cy="874713"/>
              </a:xfrm>
              <a:custGeom>
                <a:avLst/>
                <a:gdLst>
                  <a:gd name="connsiteX0" fmla="*/ 744540 w 869954"/>
                  <a:gd name="connsiteY0" fmla="*/ 0 h 874713"/>
                  <a:gd name="connsiteX1" fmla="*/ 869954 w 869954"/>
                  <a:gd name="connsiteY1" fmla="*/ 125414 h 874713"/>
                  <a:gd name="connsiteX2" fmla="*/ 869953 w 869954"/>
                  <a:gd name="connsiteY2" fmla="*/ 706437 h 874713"/>
                  <a:gd name="connsiteX3" fmla="*/ 869952 w 869954"/>
                  <a:gd name="connsiteY3" fmla="*/ 749299 h 874713"/>
                  <a:gd name="connsiteX4" fmla="*/ 744538 w 869954"/>
                  <a:gd name="connsiteY4" fmla="*/ 874713 h 874713"/>
                  <a:gd name="connsiteX5" fmla="*/ 125414 w 869954"/>
                  <a:gd name="connsiteY5" fmla="*/ 874712 h 874713"/>
                  <a:gd name="connsiteX6" fmla="*/ 0 w 869954"/>
                  <a:gd name="connsiteY6" fmla="*/ 749298 h 874713"/>
                  <a:gd name="connsiteX7" fmla="*/ 1 w 869954"/>
                  <a:gd name="connsiteY7" fmla="*/ 749299 h 874713"/>
                  <a:gd name="connsiteX8" fmla="*/ 125415 w 869954"/>
                  <a:gd name="connsiteY8" fmla="*/ 623885 h 874713"/>
                  <a:gd name="connsiteX9" fmla="*/ 619126 w 869954"/>
                  <a:gd name="connsiteY9" fmla="*/ 623885 h 874713"/>
                  <a:gd name="connsiteX10" fmla="*/ 619126 w 869954"/>
                  <a:gd name="connsiteY10" fmla="*/ 125414 h 874713"/>
                  <a:gd name="connsiteX11" fmla="*/ 744540 w 869954"/>
                  <a:gd name="connsiteY11" fmla="*/ 0 h 874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69954" h="874713">
                    <a:moveTo>
                      <a:pt x="744540" y="0"/>
                    </a:moveTo>
                    <a:cubicBezTo>
                      <a:pt x="813804" y="0"/>
                      <a:pt x="869954" y="56150"/>
                      <a:pt x="869954" y="125414"/>
                    </a:cubicBezTo>
                    <a:cubicBezTo>
                      <a:pt x="869954" y="319088"/>
                      <a:pt x="869953" y="512763"/>
                      <a:pt x="869953" y="706437"/>
                    </a:cubicBezTo>
                    <a:cubicBezTo>
                      <a:pt x="869953" y="720724"/>
                      <a:pt x="869952" y="735012"/>
                      <a:pt x="869952" y="749299"/>
                    </a:cubicBezTo>
                    <a:cubicBezTo>
                      <a:pt x="869952" y="818563"/>
                      <a:pt x="813802" y="874713"/>
                      <a:pt x="744538" y="874713"/>
                    </a:cubicBezTo>
                    <a:lnTo>
                      <a:pt x="125414" y="874712"/>
                    </a:lnTo>
                    <a:cubicBezTo>
                      <a:pt x="56150" y="874712"/>
                      <a:pt x="0" y="818562"/>
                      <a:pt x="0" y="749298"/>
                    </a:cubicBezTo>
                    <a:lnTo>
                      <a:pt x="1" y="749299"/>
                    </a:lnTo>
                    <a:cubicBezTo>
                      <a:pt x="1" y="680035"/>
                      <a:pt x="56151" y="623885"/>
                      <a:pt x="125415" y="623885"/>
                    </a:cubicBezTo>
                    <a:lnTo>
                      <a:pt x="619126" y="623885"/>
                    </a:lnTo>
                    <a:lnTo>
                      <a:pt x="619126" y="125414"/>
                    </a:lnTo>
                    <a:cubicBezTo>
                      <a:pt x="619126" y="56150"/>
                      <a:pt x="675276" y="0"/>
                      <a:pt x="744540" y="0"/>
                    </a:cubicBezTo>
                    <a:close/>
                  </a:path>
                </a:pathLst>
              </a:custGeom>
              <a:grpFill/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91436" tIns="45718" rIns="91436" bIns="45718" numCol="1" rtlCol="0" anchor="ctr" anchorCtr="0" compatLnSpc="1"/>
              <a:lstStyle/>
              <a:p>
                <a:pPr algn="ctr" defTabSz="685165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</p:grpSp>
      </p:grpSp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65537" y="2200927"/>
            <a:ext cx="3633531" cy="2475191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1270796" y="1520934"/>
            <a:ext cx="2747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1B4367"/>
                </a:solidFill>
                <a:latin typeface="方正正中黑_GBK" panose="02000000000000000000" pitchFamily="2" charset="-122"/>
                <a:ea typeface="方正正中黑_GBK" panose="02000000000000000000" pitchFamily="2" charset="-122"/>
              </a:rPr>
              <a:t>THANK YOU</a:t>
            </a:r>
            <a:endParaRPr lang="zh-CN" altLang="en-US" sz="2800" dirty="0">
              <a:solidFill>
                <a:srgbClr val="1B4367"/>
              </a:solidFill>
              <a:latin typeface="方正正中黑_GBK" panose="02000000000000000000" pitchFamily="2" charset="-122"/>
              <a:ea typeface="方正正中黑_GBK" panose="02000000000000000000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328881" y="4120948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在此处添加姓名或时间</a:t>
            </a:r>
          </a:p>
        </p:txBody>
      </p:sp>
    </p:spTree>
  </p:cSld>
  <p:clrMapOvr>
    <a:masterClrMapping/>
  </p:clrMapOvr>
  <p:transition spd="med">
    <p:push dir="u"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2" presetID="53" presetClass="entr" presetSubtype="16" fill="hold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" dur="2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2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6" dur="2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6" presetClass="emph" presetSubtype="0" autoRev="1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28" dur="200" fill="hold"/>
                                            <p:tgtEl>
                                              <p:spTgt spid="19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9" grpId="0"/>
          <p:bldP spid="20" grpId="0"/>
          <p:bldP spid="2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2" presetID="53" presetClass="entr" presetSubtype="16" fill="hold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" dur="2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2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6" dur="2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6" presetClass="emph" presetSubtype="0" autoRev="1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animScale>
                                          <p:cBhvr>
                                            <p:cTn id="28" dur="200" fill="hold"/>
                                            <p:tgtEl>
                                              <p:spTgt spid="19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9" grpId="0"/>
          <p:bldP spid="20" grpId="0"/>
          <p:bldP spid="21" grpId="0"/>
        </p:bldLst>
      </p:timing>
    </mc:Fallback>
  </mc:AlternateContent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</TotalTime>
  <Words>2910</Words>
  <Application>Microsoft Office PowerPoint</Application>
  <PresentationFormat>全屏显示(16:9)</PresentationFormat>
  <Paragraphs>300</Paragraphs>
  <Slides>36</Slides>
  <Notes>2</Notes>
  <HiddenSlides>0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4" baseType="lpstr">
      <vt:lpstr>华文琥珀</vt:lpstr>
      <vt:lpstr>微软雅黑</vt:lpstr>
      <vt:lpstr>Calibri Light</vt:lpstr>
      <vt:lpstr>方正特雅宋简</vt:lpstr>
      <vt:lpstr>方正正中黑_GBK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家欣 吕</cp:lastModifiedBy>
  <cp:revision>115</cp:revision>
  <dcterms:created xsi:type="dcterms:W3CDTF">2014-05-21T03:23:00Z</dcterms:created>
  <dcterms:modified xsi:type="dcterms:W3CDTF">2025-03-19T05:31:23Z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2052-10.1.0.6490</vt:lpwstr>
  </property>
</Properties>
</file>